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6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8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600"/>
    <a:srgbClr val="97000B"/>
    <a:srgbClr val="324057"/>
    <a:srgbClr val="007CCE"/>
    <a:srgbClr val="2A1255"/>
    <a:srgbClr val="A58C51"/>
    <a:srgbClr val="213969"/>
    <a:srgbClr val="332319"/>
    <a:srgbClr val="173A8D"/>
    <a:srgbClr val="003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45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D1C9-4BB6-422A-8F34-C157EA500BD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997E4-EE34-411C-9FF1-22B934EF5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1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3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3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2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59" y="1465729"/>
            <a:ext cx="7869891" cy="4711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33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3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76966" y="4702445"/>
            <a:ext cx="4983979" cy="956158"/>
          </a:xfrm>
        </p:spPr>
        <p:txBody>
          <a:bodyPr>
            <a:noAutofit/>
          </a:bodyPr>
          <a:lstStyle/>
          <a:p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n-lt"/>
              </a:rPr>
              <a:t>JavaScript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+mn-lt"/>
            </a:endParaRPr>
          </a:p>
        </p:txBody>
      </p:sp>
      <p:sp>
        <p:nvSpPr>
          <p:cNvPr id="2" name="AutoShape 2" descr="Файл:JavaScript-logo.pn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333" y="2260122"/>
            <a:ext cx="2432648" cy="24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5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14399"/>
          </a:xfrm>
        </p:spPr>
        <p:txBody>
          <a:bodyPr/>
          <a:lstStyle/>
          <a:p>
            <a:r>
              <a:rPr lang="en-US" b="1" i="1" dirty="0" err="1" smtClean="0"/>
              <a:t>Dars</a:t>
            </a:r>
            <a:r>
              <a:rPr lang="en-US" b="1" i="1" dirty="0" smtClean="0"/>
              <a:t> </a:t>
            </a:r>
            <a:r>
              <a:rPr lang="en-US" b="1" i="1" dirty="0" err="1" smtClean="0"/>
              <a:t>rejasi</a:t>
            </a:r>
            <a:r>
              <a:rPr lang="ru-RU" b="1" i="1" dirty="0" smtClean="0"/>
              <a:t>: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931652"/>
            <a:ext cx="7869891" cy="5719313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1. </a:t>
            </a:r>
            <a:r>
              <a:rPr lang="en-US" dirty="0" smtClean="0"/>
              <a:t>JavaScript </a:t>
            </a:r>
            <a:r>
              <a:rPr lang="en-US" dirty="0" err="1" smtClean="0"/>
              <a:t>tarixi</a:t>
            </a:r>
            <a:r>
              <a:rPr lang="en-US" dirty="0" smtClean="0"/>
              <a:t>.</a:t>
            </a:r>
          </a:p>
          <a:p>
            <a:r>
              <a:rPr lang="en-US" dirty="0" smtClean="0"/>
              <a:t>2. </a:t>
            </a:r>
            <a:r>
              <a:rPr lang="en-US" dirty="0"/>
              <a:t>JavaScript-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nima</a:t>
            </a:r>
            <a:r>
              <a:rPr lang="en-US" dirty="0"/>
              <a:t> </a:t>
            </a:r>
            <a:r>
              <a:rPr lang="en-US" dirty="0" err="1"/>
              <a:t>ajoyib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 smtClean="0"/>
              <a:t>?</a:t>
            </a:r>
          </a:p>
          <a:p>
            <a:r>
              <a:rPr lang="ru-RU" dirty="0" smtClean="0"/>
              <a:t>3. </a:t>
            </a:r>
            <a:r>
              <a:rPr lang="en-US" dirty="0" smtClean="0"/>
              <a:t>JavaScript</a:t>
            </a:r>
            <a:r>
              <a:rPr lang="ru-RU" dirty="0" smtClean="0"/>
              <a:t> </a:t>
            </a:r>
            <a:r>
              <a:rPr lang="en-US" dirty="0" err="1" smtClean="0"/>
              <a:t>nima</a:t>
            </a:r>
            <a:r>
              <a:rPr lang="en-US" dirty="0" smtClean="0"/>
              <a:t>?</a:t>
            </a:r>
            <a:endParaRPr lang="ru-RU" dirty="0" smtClean="0"/>
          </a:p>
          <a:p>
            <a:r>
              <a:rPr lang="ru-RU" dirty="0" smtClean="0"/>
              <a:t>4. </a:t>
            </a:r>
            <a:r>
              <a:rPr lang="en-US" dirty="0" smtClean="0"/>
              <a:t>JavaScript </a:t>
            </a:r>
            <a:r>
              <a:rPr lang="en-US" dirty="0" err="1" smtClean="0"/>
              <a:t>tuzilishi</a:t>
            </a:r>
            <a:r>
              <a:rPr lang="en-US" dirty="0" smtClean="0"/>
              <a:t>?</a:t>
            </a:r>
          </a:p>
          <a:p>
            <a:r>
              <a:rPr lang="en-US" dirty="0" smtClean="0"/>
              <a:t>5. Browser Object Model (BOM). </a:t>
            </a:r>
          </a:p>
          <a:p>
            <a:r>
              <a:rPr lang="en-US" dirty="0" smtClean="0"/>
              <a:t>6. Document Object Model (DOM).</a:t>
            </a:r>
            <a:endParaRPr lang="ru-RU" dirty="0" smtClean="0"/>
          </a:p>
          <a:p>
            <a:r>
              <a:rPr lang="ru-RU" dirty="0" smtClean="0"/>
              <a:t>7. </a:t>
            </a:r>
            <a:r>
              <a:rPr lang="en-US" dirty="0" err="1" smtClean="0"/>
              <a:t>EcmaScript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uni</a:t>
            </a:r>
            <a:r>
              <a:rPr lang="en-US" dirty="0" smtClean="0"/>
              <a:t> </a:t>
            </a:r>
            <a:r>
              <a:rPr lang="en-US" dirty="0" err="1" smtClean="0"/>
              <a:t>versiyalari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8. </a:t>
            </a:r>
            <a:r>
              <a:rPr lang="en-US" dirty="0" err="1" smtClean="0"/>
              <a:t>JavaScriptni</a:t>
            </a:r>
            <a:r>
              <a:rPr lang="en-US" dirty="0" smtClean="0"/>
              <a:t> </a:t>
            </a:r>
            <a:r>
              <a:rPr lang="en-US" dirty="0" err="1"/>
              <a:t>sahifaga</a:t>
            </a:r>
            <a:r>
              <a:rPr lang="en-US" dirty="0"/>
              <a:t> </a:t>
            </a:r>
            <a:r>
              <a:rPr lang="en-US" dirty="0" err="1"/>
              <a:t>qo’shish</a:t>
            </a:r>
            <a:r>
              <a:rPr lang="en-US" dirty="0"/>
              <a:t>.</a:t>
            </a:r>
            <a:endParaRPr lang="ru-RU" dirty="0" smtClean="0"/>
          </a:p>
          <a:p>
            <a:r>
              <a:rPr lang="en-US" dirty="0" smtClean="0"/>
              <a:t>9. </a:t>
            </a:r>
            <a:r>
              <a:rPr lang="en-US" dirty="0" err="1" smtClean="0"/>
              <a:t>JavaScriptda</a:t>
            </a:r>
            <a:r>
              <a:rPr lang="en-US" dirty="0" smtClean="0"/>
              <a:t> </a:t>
            </a:r>
            <a:r>
              <a:rPr lang="en-US" dirty="0" err="1" smtClean="0"/>
              <a:t>o’zgaruvchilar</a:t>
            </a:r>
            <a:r>
              <a:rPr lang="ru-RU" dirty="0" smtClean="0"/>
              <a:t>.</a:t>
            </a:r>
          </a:p>
          <a:p>
            <a:r>
              <a:rPr lang="en-US" dirty="0" smtClean="0"/>
              <a:t>10</a:t>
            </a:r>
            <a:r>
              <a:rPr lang="ru-RU" dirty="0" smtClean="0"/>
              <a:t>. </a:t>
            </a:r>
            <a:r>
              <a:rPr lang="en-US" dirty="0" smtClean="0"/>
              <a:t>JavaScript </a:t>
            </a:r>
            <a:r>
              <a:rPr lang="en-US" dirty="0" err="1" smtClean="0"/>
              <a:t>ma’lumotlar</a:t>
            </a:r>
            <a:r>
              <a:rPr lang="en-US" dirty="0" smtClean="0"/>
              <a:t> </a:t>
            </a:r>
            <a:r>
              <a:rPr lang="en-US" dirty="0" err="1" smtClean="0"/>
              <a:t>turlari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1</a:t>
            </a:r>
            <a:r>
              <a:rPr lang="en-US" dirty="0" smtClean="0"/>
              <a:t>1</a:t>
            </a:r>
            <a:r>
              <a:rPr lang="ru-RU" dirty="0" smtClean="0"/>
              <a:t>. </a:t>
            </a:r>
            <a:r>
              <a:rPr lang="en-US" dirty="0" smtClean="0"/>
              <a:t>String </a:t>
            </a:r>
            <a:r>
              <a:rPr lang="en-US" dirty="0" err="1" smtClean="0"/>
              <a:t>ma’lumotlar</a:t>
            </a:r>
            <a:r>
              <a:rPr lang="en-US" dirty="0" smtClean="0"/>
              <a:t> </a:t>
            </a:r>
            <a:r>
              <a:rPr lang="en-US" dirty="0" err="1" smtClean="0"/>
              <a:t>turlari</a:t>
            </a:r>
            <a:r>
              <a:rPr lang="en-US" dirty="0" smtClean="0"/>
              <a:t>.</a:t>
            </a:r>
          </a:p>
          <a:p>
            <a:r>
              <a:rPr lang="en-US" dirty="0" smtClean="0"/>
              <a:t>12. </a:t>
            </a:r>
            <a:r>
              <a:rPr lang="en-US" dirty="0" err="1" smtClean="0"/>
              <a:t>Ekranga</a:t>
            </a:r>
            <a:r>
              <a:rPr lang="en-US" dirty="0" smtClean="0"/>
              <a:t> </a:t>
            </a:r>
            <a:r>
              <a:rPr lang="en-US" dirty="0" err="1" smtClean="0"/>
              <a:t>qiymatlarni</a:t>
            </a:r>
            <a:r>
              <a:rPr lang="en-US" dirty="0" smtClean="0"/>
              <a:t> </a:t>
            </a:r>
            <a:r>
              <a:rPr lang="en-US" dirty="0" err="1" smtClean="0"/>
              <a:t>chiqarish</a:t>
            </a:r>
            <a:r>
              <a:rPr lang="en-US" dirty="0" smtClean="0"/>
              <a:t>.</a:t>
            </a:r>
          </a:p>
          <a:p>
            <a:r>
              <a:rPr lang="en-US" smtClean="0"/>
              <a:t>13. </a:t>
            </a:r>
            <a:r>
              <a:rPr lang="en-US" dirty="0" err="1" smtClean="0"/>
              <a:t>Konstantalar</a:t>
            </a:r>
            <a:r>
              <a:rPr lang="en-US" dirty="0" smtClean="0"/>
              <a:t>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55637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JavaScript </a:t>
            </a:r>
            <a:r>
              <a:rPr lang="en-US" b="1" dirty="0" err="1"/>
              <a:t>tarixi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JavaScript 1995 </a:t>
            </a:r>
            <a:r>
              <a:rPr lang="en-US" dirty="0" err="1"/>
              <a:t>yilda</a:t>
            </a:r>
            <a:r>
              <a:rPr lang="en-US" dirty="0"/>
              <a:t> </a:t>
            </a:r>
            <a:r>
              <a:rPr lang="en-US" dirty="0" err="1"/>
              <a:t>Netscape’da</a:t>
            </a:r>
            <a:r>
              <a:rPr lang="en-US" dirty="0"/>
              <a:t> </a:t>
            </a:r>
            <a:r>
              <a:rPr lang="en-US" dirty="0" err="1"/>
              <a:t>ishlagan</a:t>
            </a:r>
            <a:r>
              <a:rPr lang="en-US" dirty="0"/>
              <a:t> </a:t>
            </a:r>
            <a:r>
              <a:rPr lang="en-US" dirty="0" err="1"/>
              <a:t>muallif</a:t>
            </a:r>
            <a:r>
              <a:rPr lang="en-US" dirty="0"/>
              <a:t> Brendan Ike </a:t>
            </a:r>
            <a:r>
              <a:rPr lang="en-US" dirty="0" err="1"/>
              <a:t>tomonidan</a:t>
            </a:r>
            <a:r>
              <a:rPr lang="en-US" dirty="0"/>
              <a:t> 10 kun </a:t>
            </a:r>
            <a:r>
              <a:rPr lang="en-US" dirty="0" err="1"/>
              <a:t>ichida</a:t>
            </a:r>
            <a:r>
              <a:rPr lang="en-US" dirty="0"/>
              <a:t> </a:t>
            </a:r>
            <a:r>
              <a:rPr lang="en-US" dirty="0" err="1"/>
              <a:t>yaratilgan</a:t>
            </a:r>
            <a:r>
              <a:rPr lang="en-US" dirty="0" smtClean="0"/>
              <a:t>.</a:t>
            </a:r>
          </a:p>
          <a:p>
            <a:r>
              <a:rPr lang="pl-PL" dirty="0"/>
              <a:t>U dastlab Mocha deb nomlangan</a:t>
            </a:r>
            <a:r>
              <a:rPr lang="pl-PL" dirty="0" smtClean="0"/>
              <a:t>.</a:t>
            </a:r>
            <a:endParaRPr lang="en-US" dirty="0" smtClean="0"/>
          </a:p>
          <a:p>
            <a:r>
              <a:rPr lang="es-ES" dirty="0" err="1"/>
              <a:t>Keyin</a:t>
            </a:r>
            <a:r>
              <a:rPr lang="es-ES" dirty="0"/>
              <a:t> u Mona </a:t>
            </a:r>
            <a:r>
              <a:rPr lang="es-ES" dirty="0" err="1"/>
              <a:t>deb</a:t>
            </a:r>
            <a:r>
              <a:rPr lang="es-ES" dirty="0"/>
              <a:t> </a:t>
            </a:r>
            <a:r>
              <a:rPr lang="es-ES" dirty="0" err="1"/>
              <a:t>o'zgartirildi</a:t>
            </a:r>
            <a:r>
              <a:rPr lang="es-ES" dirty="0" smtClean="0"/>
              <a:t>.</a:t>
            </a:r>
          </a:p>
          <a:p>
            <a:r>
              <a:rPr lang="en-US" dirty="0" err="1"/>
              <a:t>Keyinchalik</a:t>
            </a:r>
            <a:r>
              <a:rPr lang="en-US" dirty="0"/>
              <a:t> u </a:t>
            </a:r>
            <a:r>
              <a:rPr lang="en-US" dirty="0" err="1"/>
              <a:t>LiveScript</a:t>
            </a:r>
            <a:r>
              <a:rPr lang="en-US" dirty="0"/>
              <a:t> deb </a:t>
            </a:r>
            <a:r>
              <a:rPr lang="en-US" dirty="0" err="1"/>
              <a:t>nomlandi</a:t>
            </a:r>
            <a:r>
              <a:rPr lang="en-US" dirty="0" smtClean="0"/>
              <a:t>.</a:t>
            </a:r>
          </a:p>
          <a:p>
            <a:r>
              <a:rPr lang="en-US" dirty="0" err="1"/>
              <a:t>Nihoyat</a:t>
            </a:r>
            <a:r>
              <a:rPr lang="en-US" dirty="0"/>
              <a:t> </a:t>
            </a:r>
            <a:r>
              <a:rPr lang="en-US" dirty="0" smtClean="0"/>
              <a:t>JavaScript deb </a:t>
            </a:r>
            <a:r>
              <a:rPr lang="en-US" dirty="0" err="1" smtClean="0"/>
              <a:t>nomlandi</a:t>
            </a:r>
            <a:r>
              <a:rPr lang="en-US" dirty="0" smtClean="0"/>
              <a:t>. </a:t>
            </a:r>
          </a:p>
          <a:p>
            <a:endParaRPr lang="en-US" dirty="0"/>
          </a:p>
          <a:p>
            <a:r>
              <a:rPr lang="en-US" dirty="0" err="1"/>
              <a:t>Dastlab</a:t>
            </a:r>
            <a:r>
              <a:rPr lang="en-US" dirty="0"/>
              <a:t> u </a:t>
            </a:r>
            <a:r>
              <a:rPr lang="en-US" dirty="0" err="1"/>
              <a:t>faqat</a:t>
            </a:r>
            <a:r>
              <a:rPr lang="en-US" dirty="0"/>
              <a:t> Netscape </a:t>
            </a:r>
            <a:r>
              <a:rPr lang="en-US" dirty="0" err="1"/>
              <a:t>brauzerida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err="1" smtClean="0"/>
              <a:t>ishlagan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778" y="3209027"/>
            <a:ext cx="2501222" cy="315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1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888520"/>
          </a:xfrm>
        </p:spPr>
        <p:txBody>
          <a:bodyPr/>
          <a:lstStyle/>
          <a:p>
            <a:r>
              <a:rPr lang="en-US" b="1" dirty="0"/>
              <a:t>JavaScript </a:t>
            </a:r>
            <a:r>
              <a:rPr lang="en-US" b="1" dirty="0" err="1"/>
              <a:t>tarixi</a:t>
            </a:r>
            <a:r>
              <a:rPr lang="en-US" b="1" dirty="0"/>
              <a:t>. </a:t>
            </a:r>
            <a:r>
              <a:rPr lang="en-US" b="1" dirty="0" err="1"/>
              <a:t>EcmaScript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940279"/>
            <a:ext cx="7869891" cy="5236684"/>
          </a:xfrm>
        </p:spPr>
        <p:txBody>
          <a:bodyPr/>
          <a:lstStyle/>
          <a:p>
            <a:r>
              <a:rPr lang="en-US" dirty="0"/>
              <a:t>1996 </a:t>
            </a:r>
            <a:r>
              <a:rPr lang="en-US" dirty="0" err="1"/>
              <a:t>yilda</a:t>
            </a:r>
            <a:r>
              <a:rPr lang="en-US" dirty="0"/>
              <a:t> JavaScript </a:t>
            </a:r>
            <a:r>
              <a:rPr lang="en-US" dirty="0" err="1"/>
              <a:t>tili</a:t>
            </a:r>
            <a:r>
              <a:rPr lang="en-US" dirty="0"/>
              <a:t> </a:t>
            </a:r>
            <a:r>
              <a:rPr lang="en-US" dirty="0" err="1"/>
              <a:t>standartlashtirildi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unga</a:t>
            </a:r>
            <a:r>
              <a:rPr lang="en-US" dirty="0"/>
              <a:t> ECMAScript </a:t>
            </a:r>
            <a:r>
              <a:rPr lang="en-US" dirty="0" err="1"/>
              <a:t>rasmiy</a:t>
            </a:r>
            <a:r>
              <a:rPr lang="en-US" dirty="0"/>
              <a:t> </a:t>
            </a:r>
            <a:r>
              <a:rPr lang="en-US" dirty="0" err="1"/>
              <a:t>nomi</a:t>
            </a:r>
            <a:r>
              <a:rPr lang="en-US" dirty="0"/>
              <a:t> </a:t>
            </a:r>
            <a:r>
              <a:rPr lang="en-US" dirty="0" err="1"/>
              <a:t>berildi</a:t>
            </a:r>
            <a:r>
              <a:rPr lang="en-US" dirty="0"/>
              <a:t>, ECMAScript 2 1998 </a:t>
            </a:r>
            <a:r>
              <a:rPr lang="en-US" dirty="0" err="1"/>
              <a:t>yilda</a:t>
            </a:r>
            <a:r>
              <a:rPr lang="en-US" dirty="0"/>
              <a:t>, ECMAScript 3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keyingi</a:t>
            </a:r>
            <a:r>
              <a:rPr lang="en-US" dirty="0"/>
              <a:t> 1999 </a:t>
            </a:r>
            <a:r>
              <a:rPr lang="en-US" dirty="0" err="1"/>
              <a:t>yilda</a:t>
            </a:r>
            <a:r>
              <a:rPr lang="en-US" dirty="0"/>
              <a:t> </a:t>
            </a:r>
            <a:r>
              <a:rPr lang="en-US" dirty="0" err="1"/>
              <a:t>chiqarildi</a:t>
            </a:r>
            <a:r>
              <a:rPr lang="en-US" dirty="0"/>
              <a:t>. Bu </a:t>
            </a:r>
            <a:r>
              <a:rPr lang="en-US" dirty="0" err="1"/>
              <a:t>bugungi</a:t>
            </a:r>
            <a:r>
              <a:rPr lang="en-US" dirty="0"/>
              <a:t> JavaScript-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aylandi</a:t>
            </a:r>
            <a:r>
              <a:rPr lang="en-US" dirty="0"/>
              <a:t>, u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nafaqat</a:t>
            </a:r>
            <a:r>
              <a:rPr lang="en-US" dirty="0"/>
              <a:t> </a:t>
            </a:r>
            <a:r>
              <a:rPr lang="en-US" dirty="0" err="1"/>
              <a:t>brauzerlarda</a:t>
            </a:r>
            <a:r>
              <a:rPr lang="en-US" dirty="0"/>
              <a:t>, </a:t>
            </a:r>
            <a:r>
              <a:rPr lang="en-US" dirty="0" err="1"/>
              <a:t>balki</a:t>
            </a:r>
            <a:r>
              <a:rPr lang="en-US" dirty="0"/>
              <a:t> </a:t>
            </a:r>
            <a:r>
              <a:rPr lang="en-US" dirty="0" err="1"/>
              <a:t>qurilmalarda</a:t>
            </a:r>
            <a:r>
              <a:rPr lang="en-US" dirty="0"/>
              <a:t>, </a:t>
            </a:r>
            <a:r>
              <a:rPr lang="en-US" dirty="0" err="1"/>
              <a:t>jumladan</a:t>
            </a:r>
            <a:r>
              <a:rPr lang="en-US" dirty="0"/>
              <a:t>,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smtClean="0"/>
              <a:t>desktop </a:t>
            </a:r>
            <a:r>
              <a:rPr lang="en-US" dirty="0" err="1" smtClean="0"/>
              <a:t>kompyuterlarida</a:t>
            </a:r>
            <a:r>
              <a:rPr lang="en-US" dirty="0" smtClean="0"/>
              <a:t> ham </a:t>
            </a:r>
            <a:r>
              <a:rPr lang="en-US" dirty="0" err="1"/>
              <a:t>ishlaydi</a:t>
            </a:r>
            <a:r>
              <a:rPr lang="en-US" dirty="0" smtClean="0"/>
              <a:t>.</a:t>
            </a:r>
          </a:p>
          <a:p>
            <a:r>
              <a:rPr lang="en-US" dirty="0" err="1"/>
              <a:t>O‘shandan</a:t>
            </a:r>
            <a:r>
              <a:rPr lang="en-US" dirty="0"/>
              <a:t> </a:t>
            </a:r>
            <a:r>
              <a:rPr lang="en-US" dirty="0" err="1"/>
              <a:t>beri</a:t>
            </a:r>
            <a:r>
              <a:rPr lang="en-US" dirty="0"/>
              <a:t> JavaScript </a:t>
            </a:r>
            <a:r>
              <a:rPr lang="en-US" dirty="0" err="1"/>
              <a:t>o‘sishda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etdi</a:t>
            </a:r>
            <a:r>
              <a:rPr lang="en-US" dirty="0"/>
              <a:t>, 2016-yilda </a:t>
            </a:r>
            <a:r>
              <a:rPr lang="en-US" dirty="0" err="1"/>
              <a:t>saytlarning</a:t>
            </a:r>
            <a:r>
              <a:rPr lang="en-US" dirty="0"/>
              <a:t> </a:t>
            </a:r>
            <a:r>
              <a:rPr lang="en-US" dirty="0" smtClean="0"/>
              <a:t>92% </a:t>
            </a:r>
            <a:r>
              <a:rPr lang="en-US" dirty="0" err="1" smtClean="0"/>
              <a:t>undan</a:t>
            </a:r>
            <a:r>
              <a:rPr lang="en-US" dirty="0" smtClean="0"/>
              <a:t> </a:t>
            </a:r>
            <a:r>
              <a:rPr lang="en-US" dirty="0" err="1"/>
              <a:t>foydalandi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32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879893"/>
          </a:xfrm>
        </p:spPr>
        <p:txBody>
          <a:bodyPr/>
          <a:lstStyle/>
          <a:p>
            <a:r>
              <a:rPr lang="en-US" b="1" dirty="0"/>
              <a:t>JavaScript-</a:t>
            </a:r>
            <a:r>
              <a:rPr lang="en-US" b="1" dirty="0" err="1"/>
              <a:t>ni</a:t>
            </a:r>
            <a:r>
              <a:rPr lang="en-US" b="1" dirty="0"/>
              <a:t> </a:t>
            </a:r>
            <a:r>
              <a:rPr lang="en-US" b="1" dirty="0" err="1"/>
              <a:t>nima</a:t>
            </a:r>
            <a:r>
              <a:rPr lang="en-US" b="1" dirty="0"/>
              <a:t> </a:t>
            </a:r>
            <a:r>
              <a:rPr lang="en-US" b="1" dirty="0" err="1"/>
              <a:t>ajoyib</a:t>
            </a:r>
            <a:r>
              <a:rPr lang="en-US" b="1" dirty="0"/>
              <a:t> </a:t>
            </a:r>
            <a:r>
              <a:rPr lang="en-US" b="1" dirty="0" err="1"/>
              <a:t>qiladi</a:t>
            </a:r>
            <a:r>
              <a:rPr lang="en-US" b="1" dirty="0"/>
              <a:t>?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9563" y="914400"/>
            <a:ext cx="8548778" cy="585733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1. </a:t>
            </a:r>
            <a:r>
              <a:rPr lang="en-US" dirty="0" err="1"/>
              <a:t>Kompilyator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, </a:t>
            </a:r>
            <a:r>
              <a:rPr lang="en-US" dirty="0" err="1"/>
              <a:t>chunki</a:t>
            </a:r>
            <a:r>
              <a:rPr lang="en-US" dirty="0"/>
              <a:t> </a:t>
            </a:r>
            <a:r>
              <a:rPr lang="en-US" dirty="0" err="1"/>
              <a:t>veb-brauzer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b="1" dirty="0" err="1"/>
              <a:t>HTMLga</a:t>
            </a:r>
            <a:r>
              <a:rPr lang="en-US" dirty="0"/>
              <a:t> </a:t>
            </a:r>
            <a:r>
              <a:rPr lang="en-US" dirty="0" err="1"/>
              <a:t>izohlaydi</a:t>
            </a:r>
            <a:r>
              <a:rPr lang="en-US" dirty="0" smtClean="0"/>
              <a:t>;</a:t>
            </a:r>
          </a:p>
          <a:p>
            <a:r>
              <a:rPr lang="ru-RU" dirty="0" smtClean="0"/>
              <a:t>2.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tillariga</a:t>
            </a:r>
            <a:r>
              <a:rPr lang="en-US" dirty="0"/>
              <a:t> </a:t>
            </a:r>
            <a:r>
              <a:rPr lang="en-US" dirty="0" err="1"/>
              <a:t>qaraganda</a:t>
            </a:r>
            <a:r>
              <a:rPr lang="en-US" dirty="0"/>
              <a:t> </a:t>
            </a:r>
            <a:r>
              <a:rPr lang="en-US" dirty="0" err="1"/>
              <a:t>o'rganish</a:t>
            </a:r>
            <a:r>
              <a:rPr lang="en-US" dirty="0"/>
              <a:t> </a:t>
            </a:r>
            <a:r>
              <a:rPr lang="en-US" dirty="0" err="1"/>
              <a:t>osonroq</a:t>
            </a:r>
            <a:r>
              <a:rPr lang="en-US" dirty="0" smtClean="0"/>
              <a:t>;</a:t>
            </a:r>
          </a:p>
          <a:p>
            <a:r>
              <a:rPr lang="ru-RU" dirty="0" smtClean="0"/>
              <a:t>3. </a:t>
            </a:r>
            <a:r>
              <a:rPr lang="en-US" dirty="0" err="1"/>
              <a:t>Xatolarni</a:t>
            </a:r>
            <a:r>
              <a:rPr lang="en-US" dirty="0"/>
              <a:t> </a:t>
            </a:r>
            <a:r>
              <a:rPr lang="en-US" dirty="0" err="1"/>
              <a:t>aniqlash</a:t>
            </a:r>
            <a:r>
              <a:rPr lang="en-US" dirty="0"/>
              <a:t> </a:t>
            </a:r>
            <a:r>
              <a:rPr lang="en-US" dirty="0" err="1" smtClean="0"/>
              <a:t>oson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shuning</a:t>
            </a:r>
            <a:r>
              <a:rPr lang="en-US" dirty="0" smtClean="0"/>
              <a:t> </a:t>
            </a:r>
            <a:r>
              <a:rPr lang="en-US" dirty="0" err="1" smtClean="0"/>
              <a:t>uchun</a:t>
            </a:r>
            <a:r>
              <a:rPr lang="en-US" dirty="0" smtClean="0"/>
              <a:t> </a:t>
            </a:r>
            <a:r>
              <a:rPr lang="en-US" dirty="0" err="1" smtClean="0"/>
              <a:t>ularni</a:t>
            </a:r>
            <a:r>
              <a:rPr lang="en-US" dirty="0" smtClean="0"/>
              <a:t> </a:t>
            </a:r>
            <a:r>
              <a:rPr lang="en-US" dirty="0" err="1" smtClean="0"/>
              <a:t>tuzatishham</a:t>
            </a:r>
            <a:r>
              <a:rPr lang="en-US" dirty="0" smtClean="0"/>
              <a:t> </a:t>
            </a:r>
            <a:r>
              <a:rPr lang="en-US" dirty="0" err="1" smtClean="0"/>
              <a:t>osonlashadi</a:t>
            </a:r>
            <a:r>
              <a:rPr lang="en-US" dirty="0" smtClean="0"/>
              <a:t>;</a:t>
            </a:r>
          </a:p>
          <a:p>
            <a:r>
              <a:rPr lang="ru-RU" dirty="0" smtClean="0"/>
              <a:t>4. </a:t>
            </a:r>
            <a:r>
              <a:rPr lang="en-US" dirty="0" smtClean="0"/>
              <a:t>U </a:t>
            </a:r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dirty="0" err="1"/>
              <a:t>sahifa</a:t>
            </a:r>
            <a:r>
              <a:rPr lang="en-US" dirty="0"/>
              <a:t> </a:t>
            </a:r>
            <a:r>
              <a:rPr lang="en-US" dirty="0" err="1"/>
              <a:t>elementlariga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 smtClean="0"/>
              <a:t>sichqonchani</a:t>
            </a:r>
            <a:r>
              <a:rPr lang="en-US" dirty="0" smtClean="0"/>
              <a:t> </a:t>
            </a:r>
            <a:r>
              <a:rPr lang="en-US" dirty="0" err="1" smtClean="0"/>
              <a:t>bosih</a:t>
            </a:r>
            <a:r>
              <a:rPr lang="en-US" dirty="0" smtClean="0"/>
              <a:t>(click) </a:t>
            </a:r>
            <a:r>
              <a:rPr lang="en-US" dirty="0" err="1" smtClean="0"/>
              <a:t>yoki</a:t>
            </a:r>
            <a:r>
              <a:rPr lang="en-US" dirty="0" smtClean="0"/>
              <a:t> </a:t>
            </a:r>
            <a:r>
              <a:rPr lang="en-US" dirty="0" err="1" smtClean="0"/>
              <a:t>sichqonchani</a:t>
            </a:r>
            <a:r>
              <a:rPr lang="en-US" dirty="0" smtClean="0"/>
              <a:t> </a:t>
            </a:r>
            <a:r>
              <a:rPr lang="en-US" dirty="0" err="1" smtClean="0"/>
              <a:t>olib</a:t>
            </a:r>
            <a:r>
              <a:rPr lang="en-US" dirty="0" smtClean="0"/>
              <a:t> boorish(</a:t>
            </a:r>
            <a:r>
              <a:rPr lang="en-US" dirty="0" err="1" smtClean="0"/>
              <a:t>mouseover</a:t>
            </a:r>
            <a:r>
              <a:rPr lang="en-US" dirty="0" smtClean="0"/>
              <a:t>) </a:t>
            </a:r>
            <a:r>
              <a:rPr lang="en-US" dirty="0" err="1" smtClean="0"/>
              <a:t>kabi</a:t>
            </a:r>
            <a:r>
              <a:rPr lang="en-US" dirty="0" smtClean="0"/>
              <a:t> </a:t>
            </a:r>
            <a:r>
              <a:rPr lang="en-US" dirty="0" err="1"/>
              <a:t>hodisalarga</a:t>
            </a:r>
            <a:r>
              <a:rPr lang="en-US" dirty="0"/>
              <a:t> </a:t>
            </a:r>
            <a:r>
              <a:rPr lang="en-US" dirty="0" err="1"/>
              <a:t>bog'lanishi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;</a:t>
            </a:r>
          </a:p>
          <a:p>
            <a:r>
              <a:rPr lang="ru-RU" dirty="0" smtClean="0"/>
              <a:t>5. </a:t>
            </a:r>
            <a:r>
              <a:rPr lang="it-IT" dirty="0"/>
              <a:t>JS turli brauzerlarda va turli platformalarda ishlaydi</a:t>
            </a:r>
            <a:r>
              <a:rPr lang="it-IT" dirty="0" smtClean="0"/>
              <a:t>;</a:t>
            </a:r>
          </a:p>
          <a:p>
            <a:r>
              <a:rPr lang="ru-RU" dirty="0" smtClean="0"/>
              <a:t>6. </a:t>
            </a:r>
            <a:r>
              <a:rPr lang="en-US" dirty="0"/>
              <a:t>Bu </a:t>
            </a:r>
            <a:r>
              <a:rPr lang="en-US" dirty="0" err="1"/>
              <a:t>saytni</a:t>
            </a:r>
            <a:r>
              <a:rPr lang="en-US" dirty="0"/>
              <a:t> </a:t>
            </a:r>
            <a:r>
              <a:rPr lang="en-US" dirty="0" err="1"/>
              <a:t>yanada</a:t>
            </a:r>
            <a:r>
              <a:rPr lang="en-US" dirty="0"/>
              <a:t> </a:t>
            </a:r>
            <a:r>
              <a:rPr lang="en-US" dirty="0" err="1"/>
              <a:t>interaktiv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tashrif</a:t>
            </a:r>
            <a:r>
              <a:rPr lang="en-US" dirty="0"/>
              <a:t> </a:t>
            </a:r>
            <a:r>
              <a:rPr lang="en-US" dirty="0" err="1"/>
              <a:t>buyuruvchilar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jozibador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 smtClean="0"/>
              <a:t>;</a:t>
            </a:r>
          </a:p>
          <a:p>
            <a:r>
              <a:rPr lang="ru-RU" dirty="0" smtClean="0"/>
              <a:t>7. </a:t>
            </a:r>
            <a:r>
              <a:rPr lang="en-US" dirty="0" smtClean="0"/>
              <a:t>U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tillariga</a:t>
            </a:r>
            <a:r>
              <a:rPr lang="en-US" dirty="0"/>
              <a:t> </a:t>
            </a:r>
            <a:r>
              <a:rPr lang="en-US" dirty="0" err="1"/>
              <a:t>qaraganda</a:t>
            </a:r>
            <a:r>
              <a:rPr lang="en-US" dirty="0"/>
              <a:t> </a:t>
            </a:r>
            <a:r>
              <a:rPr lang="en-US" dirty="0" err="1"/>
              <a:t>tezroq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yengilroq</a:t>
            </a:r>
            <a:r>
              <a:rPr lang="en-US" dirty="0" smtClean="0"/>
              <a:t>.</a:t>
            </a:r>
          </a:p>
          <a:p>
            <a:r>
              <a:rPr lang="ru-RU" dirty="0" smtClean="0"/>
              <a:t>8.</a:t>
            </a:r>
            <a:r>
              <a:rPr lang="en-US" dirty="0"/>
              <a:t> </a:t>
            </a:r>
            <a:r>
              <a:rPr lang="en-US" dirty="0" err="1" smtClean="0"/>
              <a:t>Hozirgi</a:t>
            </a:r>
            <a:r>
              <a:rPr lang="en-US" dirty="0" smtClean="0"/>
              <a:t> </a:t>
            </a:r>
            <a:r>
              <a:rPr lang="en-US" dirty="0" err="1" smtClean="0"/>
              <a:t>kunda</a:t>
            </a:r>
            <a:r>
              <a:rPr lang="en-US" dirty="0" smtClean="0"/>
              <a:t> </a:t>
            </a:r>
            <a:r>
              <a:rPr lang="en-US" dirty="0" err="1"/>
              <a:t>NodeJS</a:t>
            </a:r>
            <a:r>
              <a:rPr lang="en-US" dirty="0"/>
              <a:t>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 smtClean="0"/>
              <a:t>JavaScriptda</a:t>
            </a:r>
            <a:r>
              <a:rPr lang="en-US" dirty="0" smtClean="0"/>
              <a:t> backend,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 smtClean="0"/>
              <a:t>ilovalar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desktop </a:t>
            </a:r>
            <a:r>
              <a:rPr lang="en-US" dirty="0" err="1" smtClean="0"/>
              <a:t>kompyuterlarga</a:t>
            </a:r>
            <a:r>
              <a:rPr lang="en-US" dirty="0" smtClean="0"/>
              <a:t> </a:t>
            </a:r>
            <a:r>
              <a:rPr lang="en-US" dirty="0" err="1" smtClean="0"/>
              <a:t>dastur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ilovalarni</a:t>
            </a:r>
            <a:r>
              <a:rPr lang="en-US" dirty="0" smtClean="0"/>
              <a:t> </a:t>
            </a:r>
            <a:r>
              <a:rPr lang="en-US" dirty="0" err="1" smtClean="0"/>
              <a:t>yozadilar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61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854014"/>
          </a:xfrm>
        </p:spPr>
        <p:txBody>
          <a:bodyPr/>
          <a:lstStyle/>
          <a:p>
            <a:r>
              <a:rPr lang="en-US" b="1" dirty="0" smtClean="0"/>
              <a:t>JavaScript</a:t>
            </a:r>
            <a:r>
              <a:rPr lang="ru-RU" b="1" dirty="0" smtClean="0"/>
              <a:t> </a:t>
            </a:r>
            <a:r>
              <a:rPr lang="en-US" b="1" dirty="0" err="1"/>
              <a:t>nima</a:t>
            </a:r>
            <a:r>
              <a:rPr lang="en-US" b="1" dirty="0"/>
              <a:t>?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-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veb-saytni</a:t>
            </a:r>
            <a:r>
              <a:rPr lang="en-US" dirty="0"/>
              <a:t> </a:t>
            </a:r>
            <a:r>
              <a:rPr lang="en-US" dirty="0" err="1" smtClean="0"/>
              <a:t>tiriltiradigan</a:t>
            </a:r>
            <a:r>
              <a:rPr lang="en-US" dirty="0" smtClean="0"/>
              <a:t> </a:t>
            </a:r>
            <a:r>
              <a:rPr lang="en-US" dirty="0" err="1" smtClean="0"/>
              <a:t>dasturlash</a:t>
            </a:r>
            <a:r>
              <a:rPr lang="en-US" dirty="0" smtClean="0"/>
              <a:t> </a:t>
            </a:r>
            <a:r>
              <a:rPr lang="en-US" dirty="0" err="1"/>
              <a:t>tili</a:t>
            </a:r>
            <a:r>
              <a:rPr lang="en-US" dirty="0" smtClean="0"/>
              <a:t>. </a:t>
            </a:r>
            <a:r>
              <a:rPr lang="en-US" dirty="0"/>
              <a:t>HTML (</a:t>
            </a:r>
            <a:r>
              <a:rPr lang="en-US" dirty="0" err="1"/>
              <a:t>tarkibni</a:t>
            </a:r>
            <a:r>
              <a:rPr lang="en-US" dirty="0"/>
              <a:t> </a:t>
            </a:r>
            <a:r>
              <a:rPr lang="en-US" dirty="0" err="1"/>
              <a:t>belgilaydigan</a:t>
            </a:r>
            <a:r>
              <a:rPr lang="en-US" dirty="0"/>
              <a:t>) </a:t>
            </a:r>
            <a:r>
              <a:rPr lang="en-US" dirty="0" err="1"/>
              <a:t>va</a:t>
            </a:r>
            <a:r>
              <a:rPr lang="en-US" dirty="0"/>
              <a:t> CSS (</a:t>
            </a:r>
            <a:r>
              <a:rPr lang="en-US" dirty="0" err="1"/>
              <a:t>uslublarni</a:t>
            </a:r>
            <a:r>
              <a:rPr lang="en-US" dirty="0"/>
              <a:t> </a:t>
            </a:r>
            <a:r>
              <a:rPr lang="en-US" dirty="0" err="1"/>
              <a:t>belgilaydigan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farqli</a:t>
            </a:r>
            <a:r>
              <a:rPr lang="en-US" dirty="0"/>
              <a:t> </a:t>
            </a:r>
            <a:r>
              <a:rPr lang="en-US" dirty="0" err="1"/>
              <a:t>o'laroq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PHP </a:t>
            </a:r>
            <a:r>
              <a:rPr lang="en-US" dirty="0" err="1"/>
              <a:t>dan</a:t>
            </a:r>
            <a:r>
              <a:rPr lang="en-US" dirty="0"/>
              <a:t> (server </a:t>
            </a:r>
            <a:r>
              <a:rPr lang="en-US" dirty="0" err="1"/>
              <a:t>tomonidagi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) </a:t>
            </a:r>
            <a:r>
              <a:rPr lang="en-US" dirty="0" err="1"/>
              <a:t>farqli</a:t>
            </a:r>
            <a:r>
              <a:rPr lang="en-US" dirty="0"/>
              <a:t> </a:t>
            </a:r>
            <a:r>
              <a:rPr lang="en-US" dirty="0" err="1"/>
              <a:t>o'laroq</a:t>
            </a:r>
            <a:r>
              <a:rPr lang="en-US" dirty="0"/>
              <a:t>, u </a:t>
            </a:r>
            <a:r>
              <a:rPr lang="en-US" dirty="0" err="1"/>
              <a:t>tashrif</a:t>
            </a:r>
            <a:r>
              <a:rPr lang="en-US" dirty="0"/>
              <a:t> </a:t>
            </a:r>
            <a:r>
              <a:rPr lang="en-US" dirty="0" err="1"/>
              <a:t>buyuruvchi</a:t>
            </a:r>
            <a:r>
              <a:rPr lang="en-US" dirty="0"/>
              <a:t> </a:t>
            </a:r>
            <a:r>
              <a:rPr lang="en-US" dirty="0" err="1"/>
              <a:t>qurilma</a:t>
            </a:r>
            <a:r>
              <a:rPr lang="en-US" dirty="0"/>
              <a:t> </a:t>
            </a:r>
            <a:r>
              <a:rPr lang="en-US" dirty="0" err="1"/>
              <a:t>tomonida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255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JavaScript </a:t>
            </a:r>
            <a:r>
              <a:rPr lang="en-US" b="1" dirty="0" err="1" smtClean="0"/>
              <a:t>strukturasi</a:t>
            </a:r>
            <a:r>
              <a:rPr lang="en-US" b="1" dirty="0" smtClean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(front-end) </a:t>
            </a:r>
            <a:r>
              <a:rPr lang="en-US" dirty="0" err="1"/>
              <a:t>uch</a:t>
            </a:r>
            <a:r>
              <a:rPr lang="en-US" dirty="0"/>
              <a:t> </a:t>
            </a:r>
            <a:r>
              <a:rPr lang="en-US" dirty="0" err="1"/>
              <a:t>qismdan</a:t>
            </a:r>
            <a:r>
              <a:rPr lang="en-US" dirty="0"/>
              <a:t> </a:t>
            </a:r>
            <a:r>
              <a:rPr lang="en-US" dirty="0" err="1"/>
              <a:t>iborat</a:t>
            </a:r>
            <a:r>
              <a:rPr lang="en-US" dirty="0" smtClean="0"/>
              <a:t>:</a:t>
            </a:r>
          </a:p>
          <a:p>
            <a:pPr lvl="1"/>
            <a:r>
              <a:rPr lang="ru-RU" dirty="0" smtClean="0"/>
              <a:t>1. </a:t>
            </a:r>
            <a:r>
              <a:rPr lang="en-US" dirty="0" err="1" smtClean="0"/>
              <a:t>yadro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en-US" dirty="0"/>
              <a:t>ECMAScript),</a:t>
            </a:r>
          </a:p>
          <a:p>
            <a:pPr lvl="1"/>
            <a:r>
              <a:rPr lang="ru-RU" dirty="0" smtClean="0"/>
              <a:t>2. </a:t>
            </a:r>
            <a:r>
              <a:rPr lang="en-US" dirty="0" err="1" smtClean="0"/>
              <a:t>Brauzer</a:t>
            </a:r>
            <a:r>
              <a:rPr lang="en-US" dirty="0" smtClean="0"/>
              <a:t> </a:t>
            </a:r>
            <a:r>
              <a:rPr lang="en-US" dirty="0" err="1" smtClean="0"/>
              <a:t>obyekti</a:t>
            </a:r>
            <a:r>
              <a:rPr lang="en-US" dirty="0" smtClean="0"/>
              <a:t> </a:t>
            </a:r>
            <a:r>
              <a:rPr lang="en-US" dirty="0" err="1" smtClean="0"/>
              <a:t>modeli</a:t>
            </a:r>
            <a:r>
              <a:rPr lang="en-US" dirty="0" smtClean="0"/>
              <a:t> (Browser Object Model </a:t>
            </a:r>
            <a:r>
              <a:rPr lang="en-US" dirty="0" err="1" smtClean="0"/>
              <a:t>yoki</a:t>
            </a:r>
            <a:r>
              <a:rPr lang="ru-RU" dirty="0" smtClean="0"/>
              <a:t> </a:t>
            </a:r>
            <a:r>
              <a:rPr lang="en-US" dirty="0" smtClean="0"/>
              <a:t>BOM)</a:t>
            </a:r>
          </a:p>
          <a:p>
            <a:pPr lvl="1"/>
            <a:r>
              <a:rPr lang="en-US" dirty="0" smtClean="0"/>
              <a:t>3. </a:t>
            </a:r>
            <a:r>
              <a:rPr lang="en-US" dirty="0" err="1" smtClean="0"/>
              <a:t>Dokument</a:t>
            </a:r>
            <a:r>
              <a:rPr lang="en-US" dirty="0" smtClean="0"/>
              <a:t> </a:t>
            </a:r>
            <a:r>
              <a:rPr lang="en-US" dirty="0" err="1" smtClean="0"/>
              <a:t>obyekti</a:t>
            </a:r>
            <a:r>
              <a:rPr lang="en-US" dirty="0" smtClean="0"/>
              <a:t> </a:t>
            </a:r>
            <a:r>
              <a:rPr lang="en-US" dirty="0" err="1" smtClean="0"/>
              <a:t>modeli</a:t>
            </a:r>
            <a:r>
              <a:rPr lang="en-US" dirty="0" smtClean="0"/>
              <a:t> (Document Object Model </a:t>
            </a:r>
            <a:r>
              <a:rPr lang="en-US" dirty="0" err="1" smtClean="0"/>
              <a:t>yoki</a:t>
            </a:r>
            <a:r>
              <a:rPr lang="ru-RU" dirty="0" smtClean="0"/>
              <a:t> </a:t>
            </a:r>
            <a:r>
              <a:rPr lang="en-US" dirty="0" smtClean="0"/>
              <a:t>DOM).</a:t>
            </a:r>
          </a:p>
          <a:p>
            <a:endParaRPr lang="en-US" dirty="0"/>
          </a:p>
          <a:p>
            <a:r>
              <a:rPr lang="en-US" dirty="0" err="1"/>
              <a:t>Brauzer</a:t>
            </a:r>
            <a:r>
              <a:rPr lang="en-US" dirty="0"/>
              <a:t> </a:t>
            </a:r>
            <a:r>
              <a:rPr lang="en-US" dirty="0" err="1"/>
              <a:t>bo'lmagan</a:t>
            </a:r>
            <a:r>
              <a:rPr lang="en-US" dirty="0"/>
              <a:t> </a:t>
            </a:r>
            <a:r>
              <a:rPr lang="en-US" dirty="0" err="1"/>
              <a:t>muhitlarda</a:t>
            </a:r>
            <a:r>
              <a:rPr lang="en-US" dirty="0"/>
              <a:t> JavaScript-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ko'rib</a:t>
            </a:r>
            <a:r>
              <a:rPr lang="en-US" dirty="0"/>
              <a:t> </a:t>
            </a:r>
            <a:r>
              <a:rPr lang="en-US" dirty="0" err="1"/>
              <a:t>chiqishda</a:t>
            </a:r>
            <a:r>
              <a:rPr lang="en-US" dirty="0"/>
              <a:t> </a:t>
            </a:r>
            <a:r>
              <a:rPr lang="en-US" dirty="0" smtClean="0"/>
              <a:t>BOM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smtClean="0"/>
              <a:t>DOM </a:t>
            </a:r>
            <a:r>
              <a:rPr lang="en-US" dirty="0" err="1"/>
              <a:t>qo'llab-quvvatlanmasligi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87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785003"/>
          </a:xfrm>
        </p:spPr>
        <p:txBody>
          <a:bodyPr/>
          <a:lstStyle/>
          <a:p>
            <a:r>
              <a:rPr lang="en-US" b="1" dirty="0" smtClean="0"/>
              <a:t>Browser Object Model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7822" y="689351"/>
            <a:ext cx="7869891" cy="4711234"/>
          </a:xfrm>
        </p:spPr>
        <p:txBody>
          <a:bodyPr/>
          <a:lstStyle/>
          <a:p>
            <a:r>
              <a:rPr lang="en-US" dirty="0" err="1"/>
              <a:t>Brauzer</a:t>
            </a:r>
            <a:r>
              <a:rPr lang="en-US" dirty="0"/>
              <a:t> </a:t>
            </a:r>
            <a:r>
              <a:rPr lang="en-US" dirty="0" err="1"/>
              <a:t>ob'ekt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(BOM) - </a:t>
            </a:r>
            <a:r>
              <a:rPr lang="en-US" dirty="0" err="1" smtClean="0"/>
              <a:t>dokuemntdan</a:t>
            </a:r>
            <a:r>
              <a:rPr lang="en-US" dirty="0" smtClean="0"/>
              <a:t> </a:t>
            </a:r>
            <a:r>
              <a:rPr lang="en-US" dirty="0" err="1"/>
              <a:t>tashqari</a:t>
            </a:r>
            <a:r>
              <a:rPr lang="en-US" dirty="0"/>
              <a:t> </a:t>
            </a:r>
            <a:r>
              <a:rPr lang="en-US" dirty="0" err="1"/>
              <a:t>hamma</a:t>
            </a:r>
            <a:r>
              <a:rPr lang="en-US" dirty="0"/>
              <a:t> </a:t>
            </a:r>
            <a:r>
              <a:rPr lang="en-US" dirty="0" err="1"/>
              <a:t>narsa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brauzer</a:t>
            </a:r>
            <a:r>
              <a:rPr lang="en-US" dirty="0"/>
              <a:t> (</a:t>
            </a:r>
            <a:r>
              <a:rPr lang="en-US" dirty="0" err="1"/>
              <a:t>muhit</a:t>
            </a:r>
            <a:r>
              <a:rPr lang="en-US" dirty="0"/>
              <a:t>)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taqdim</a:t>
            </a:r>
            <a:r>
              <a:rPr lang="en-US" dirty="0"/>
              <a:t> </a:t>
            </a:r>
            <a:r>
              <a:rPr lang="en-US" dirty="0" err="1"/>
              <a:t>etilgan</a:t>
            </a:r>
            <a:r>
              <a:rPr lang="en-US" dirty="0"/>
              <a:t> </a:t>
            </a:r>
            <a:r>
              <a:rPr lang="en-US" dirty="0" err="1"/>
              <a:t>qo'shimcha</a:t>
            </a:r>
            <a:r>
              <a:rPr lang="en-US" dirty="0"/>
              <a:t> </a:t>
            </a:r>
            <a:r>
              <a:rPr lang="en-US" dirty="0" err="1"/>
              <a:t>ob'ekt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265" y="1987393"/>
            <a:ext cx="5501848" cy="467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8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664233"/>
          </a:xfrm>
        </p:spPr>
        <p:txBody>
          <a:bodyPr/>
          <a:lstStyle/>
          <a:p>
            <a:r>
              <a:rPr lang="en-US" b="1" dirty="0" smtClean="0"/>
              <a:t>Document Object Model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4085" y="698739"/>
            <a:ext cx="7869891" cy="2682816"/>
          </a:xfrm>
        </p:spPr>
        <p:txBody>
          <a:bodyPr>
            <a:normAutofit/>
          </a:bodyPr>
          <a:lstStyle/>
          <a:p>
            <a:r>
              <a:rPr lang="ru-RU" sz="2400" dirty="0" err="1"/>
              <a:t>Document</a:t>
            </a:r>
            <a:r>
              <a:rPr lang="ru-RU" sz="2400" dirty="0"/>
              <a:t> </a:t>
            </a:r>
            <a:r>
              <a:rPr lang="ru-RU" sz="2400" dirty="0" err="1"/>
              <a:t>Object</a:t>
            </a:r>
            <a:r>
              <a:rPr lang="ru-RU" sz="2400" dirty="0"/>
              <a:t> </a:t>
            </a:r>
            <a:r>
              <a:rPr lang="ru-RU" sz="2400" dirty="0" err="1"/>
              <a:t>Model</a:t>
            </a:r>
            <a:r>
              <a:rPr lang="ru-RU" sz="2400" dirty="0"/>
              <a:t>, сокращённо DOM – </a:t>
            </a:r>
            <a:r>
              <a:rPr lang="en-US" sz="2400" dirty="0" err="1"/>
              <a:t>hujjat</a:t>
            </a:r>
            <a:r>
              <a:rPr lang="en-US" sz="2400" dirty="0"/>
              <a:t> </a:t>
            </a:r>
            <a:r>
              <a:rPr lang="en-US" sz="2400" dirty="0" err="1"/>
              <a:t>ob'ekt</a:t>
            </a:r>
            <a:r>
              <a:rPr lang="en-US" sz="2400" dirty="0"/>
              <a:t> </a:t>
            </a:r>
            <a:r>
              <a:rPr lang="en-US" sz="2400" dirty="0" err="1"/>
              <a:t>modeli</a:t>
            </a:r>
            <a:r>
              <a:rPr lang="en-US" sz="2400" dirty="0"/>
              <a:t> </a:t>
            </a:r>
            <a:r>
              <a:rPr lang="en-US" sz="2400" dirty="0" err="1"/>
              <a:t>bo'lib</a:t>
            </a:r>
            <a:r>
              <a:rPr lang="en-US" sz="2400" dirty="0"/>
              <a:t>, </a:t>
            </a:r>
            <a:r>
              <a:rPr lang="en-US" sz="2400" dirty="0" err="1"/>
              <a:t>sahifadagi</a:t>
            </a:r>
            <a:r>
              <a:rPr lang="en-US" sz="2400" dirty="0"/>
              <a:t> </a:t>
            </a:r>
            <a:r>
              <a:rPr lang="en-US" sz="2400" dirty="0" err="1"/>
              <a:t>barcha</a:t>
            </a:r>
            <a:r>
              <a:rPr lang="en-US" sz="2400" dirty="0"/>
              <a:t> </a:t>
            </a:r>
            <a:r>
              <a:rPr lang="en-US" sz="2400" dirty="0" err="1"/>
              <a:t>tarkibni</a:t>
            </a:r>
            <a:r>
              <a:rPr lang="en-US" sz="2400" dirty="0"/>
              <a:t> </a:t>
            </a:r>
            <a:r>
              <a:rPr lang="en-US" sz="2400" dirty="0" err="1"/>
              <a:t>o'zgartirilishi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 </a:t>
            </a:r>
            <a:r>
              <a:rPr lang="en-US" sz="2400" dirty="0" err="1"/>
              <a:t>bo'lgan</a:t>
            </a:r>
            <a:r>
              <a:rPr lang="en-US" sz="2400" dirty="0"/>
              <a:t> </a:t>
            </a:r>
            <a:r>
              <a:rPr lang="en-US" sz="2400" dirty="0" err="1"/>
              <a:t>ob'ektlar</a:t>
            </a:r>
            <a:r>
              <a:rPr lang="en-US" sz="2400" dirty="0"/>
              <a:t> </a:t>
            </a:r>
            <a:r>
              <a:rPr lang="en-US" sz="2400" dirty="0" err="1"/>
              <a:t>sifatida</a:t>
            </a:r>
            <a:r>
              <a:rPr lang="en-US" sz="2400" dirty="0"/>
              <a:t> </a:t>
            </a:r>
            <a:r>
              <a:rPr lang="en-US" sz="2400" dirty="0" err="1"/>
              <a:t>ifodalaydi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</a:t>
            </a:r>
            <a:r>
              <a:rPr lang="ru-RU" sz="2400" dirty="0" err="1" smtClean="0"/>
              <a:t>ocument</a:t>
            </a:r>
            <a:r>
              <a:rPr lang="en-US" sz="2400" dirty="0" smtClean="0"/>
              <a:t> </a:t>
            </a:r>
            <a:r>
              <a:rPr lang="en-US" sz="2400" dirty="0" err="1" smtClean="0"/>
              <a:t>ob’ekti</a:t>
            </a:r>
            <a:r>
              <a:rPr lang="ru-RU" sz="2400" dirty="0" smtClean="0"/>
              <a:t> </a:t>
            </a:r>
            <a:r>
              <a:rPr lang="ru-RU" sz="2400" dirty="0"/>
              <a:t>– </a:t>
            </a:r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ru-RU" sz="2400" dirty="0" smtClean="0"/>
              <a:t>«</a:t>
            </a:r>
            <a:r>
              <a:rPr lang="en-US" sz="2400" dirty="0" err="1" smtClean="0"/>
              <a:t>kirish</a:t>
            </a:r>
            <a:r>
              <a:rPr lang="en-US" sz="2400" dirty="0" smtClean="0"/>
              <a:t> </a:t>
            </a:r>
            <a:r>
              <a:rPr lang="en-US" sz="2400" dirty="0" err="1" smtClean="0"/>
              <a:t>nuqtasidir</a:t>
            </a:r>
            <a:r>
              <a:rPr lang="ru-RU" sz="2400" dirty="0" smtClean="0"/>
              <a:t>»</a:t>
            </a:r>
            <a:r>
              <a:rPr lang="en-US" sz="2400" dirty="0" smtClean="0"/>
              <a:t>. </a:t>
            </a:r>
            <a:r>
              <a:rPr lang="en-US" sz="2400" dirty="0" err="1"/>
              <a:t>Uning</a:t>
            </a:r>
            <a:r>
              <a:rPr lang="en-US" sz="2400" dirty="0"/>
              <a:t> </a:t>
            </a:r>
            <a:r>
              <a:rPr lang="en-US" sz="2400" dirty="0" err="1"/>
              <a:t>yordamida</a:t>
            </a:r>
            <a:r>
              <a:rPr lang="en-US" sz="2400" dirty="0"/>
              <a:t> biz </a:t>
            </a:r>
            <a:r>
              <a:rPr lang="en-US" sz="2400" dirty="0" err="1"/>
              <a:t>sahifada</a:t>
            </a:r>
            <a:r>
              <a:rPr lang="en-US" sz="2400" dirty="0"/>
              <a:t> </a:t>
            </a:r>
            <a:r>
              <a:rPr lang="en-US" sz="2400" dirty="0" err="1"/>
              <a:t>biror</a:t>
            </a:r>
            <a:r>
              <a:rPr lang="en-US" sz="2400" dirty="0"/>
              <a:t> </a:t>
            </a:r>
            <a:r>
              <a:rPr lang="en-US" sz="2400" dirty="0" err="1"/>
              <a:t>narsani</a:t>
            </a:r>
            <a:r>
              <a:rPr lang="en-US" sz="2400" dirty="0"/>
              <a:t> </a:t>
            </a:r>
            <a:r>
              <a:rPr lang="en-US" sz="2400" dirty="0" err="1"/>
              <a:t>yaratishimiz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</a:t>
            </a:r>
            <a:r>
              <a:rPr lang="en-US" sz="2400" dirty="0" err="1"/>
              <a:t>o'zgartirishimiz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6" name="AutoShape 4" descr="Javascript DOM Introduction | TutorialsTonigh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748" y="2881222"/>
            <a:ext cx="6798958" cy="38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5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EcmaScript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ECMAScript</a:t>
            </a:r>
            <a:r>
              <a:rPr lang="ru-RU" dirty="0"/>
              <a:t> 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tillarini</a:t>
            </a:r>
            <a:r>
              <a:rPr lang="en-US" dirty="0"/>
              <a:t> </a:t>
            </a:r>
            <a:r>
              <a:rPr lang="en-US" dirty="0" err="1"/>
              <a:t>yaratish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asos</a:t>
            </a:r>
            <a:r>
              <a:rPr lang="en-US" dirty="0"/>
              <a:t> </a:t>
            </a:r>
            <a:r>
              <a:rPr lang="en-US" dirty="0" err="1"/>
              <a:t>sifatida</a:t>
            </a:r>
            <a:r>
              <a:rPr lang="en-US" dirty="0"/>
              <a:t> </a:t>
            </a:r>
            <a:r>
              <a:rPr lang="en-US" dirty="0" err="1"/>
              <a:t>ishlatiladigan</a:t>
            </a:r>
            <a:r>
              <a:rPr lang="en-US" dirty="0"/>
              <a:t>, </a:t>
            </a:r>
            <a:r>
              <a:rPr lang="en-US" dirty="0" err="1"/>
              <a:t>o'rnatilgan</a:t>
            </a:r>
            <a:r>
              <a:rPr lang="en-US" dirty="0"/>
              <a:t>, </a:t>
            </a:r>
            <a:r>
              <a:rPr lang="en-US" dirty="0" err="1" smtClean="0"/>
              <a:t>kengaytiriladigan</a:t>
            </a:r>
            <a:r>
              <a:rPr lang="ru-RU" dirty="0" smtClean="0"/>
              <a:t> </a:t>
            </a:r>
            <a:r>
              <a:rPr lang="en-US" dirty="0" err="1" smtClean="0"/>
              <a:t>dasturlash</a:t>
            </a:r>
            <a:r>
              <a:rPr lang="en-US" dirty="0" smtClean="0"/>
              <a:t> </a:t>
            </a:r>
            <a:r>
              <a:rPr lang="en-US" dirty="0" err="1"/>
              <a:t>tili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/>
              <a:t>ECMAScript 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nashri</a:t>
            </a:r>
            <a:r>
              <a:rPr lang="en-US" dirty="0"/>
              <a:t> ES </a:t>
            </a:r>
            <a:r>
              <a:rPr lang="en-US" dirty="0" err="1"/>
              <a:t>qisqartmasi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raqamini</a:t>
            </a:r>
            <a:r>
              <a:rPr lang="en-US" dirty="0"/>
              <a:t> </a:t>
            </a:r>
            <a:r>
              <a:rPr lang="en-US" dirty="0" err="1"/>
              <a:t>oladi</a:t>
            </a:r>
            <a:r>
              <a:rPr lang="en-US" dirty="0"/>
              <a:t>. ECMAScript 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 smtClean="0"/>
              <a:t>hozirgi</a:t>
            </a:r>
            <a:r>
              <a:rPr lang="en-US" dirty="0" smtClean="0"/>
              <a:t> </a:t>
            </a:r>
            <a:r>
              <a:rPr lang="en-US" dirty="0" err="1" smtClean="0"/>
              <a:t>kunda</a:t>
            </a:r>
            <a:r>
              <a:rPr lang="en-US" dirty="0" smtClean="0"/>
              <a:t> </a:t>
            </a:r>
            <a:r>
              <a:rPr lang="en-US" dirty="0" err="1" smtClean="0"/>
              <a:t>jami</a:t>
            </a:r>
            <a:r>
              <a:rPr lang="en-US" dirty="0" smtClean="0"/>
              <a:t> </a:t>
            </a:r>
            <a:r>
              <a:rPr lang="ru-RU" dirty="0" smtClean="0"/>
              <a:t>11</a:t>
            </a:r>
            <a:r>
              <a:rPr lang="en-US" dirty="0" smtClean="0"/>
              <a:t> </a:t>
            </a:r>
            <a:r>
              <a:rPr lang="en-US" dirty="0"/>
              <a:t>ta </a:t>
            </a:r>
            <a:r>
              <a:rPr lang="en-US" dirty="0" err="1"/>
              <a:t>versiyasi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. ES1 1997 </a:t>
            </a:r>
            <a:r>
              <a:rPr lang="en-US" dirty="0" err="1"/>
              <a:t>yil</a:t>
            </a:r>
            <a:r>
              <a:rPr lang="en-US" dirty="0"/>
              <a:t> </a:t>
            </a:r>
            <a:r>
              <a:rPr lang="en-US" dirty="0" err="1"/>
              <a:t>iyun</a:t>
            </a:r>
            <a:r>
              <a:rPr lang="en-US" dirty="0"/>
              <a:t> </a:t>
            </a:r>
            <a:r>
              <a:rPr lang="en-US" dirty="0" err="1"/>
              <a:t>oyida</a:t>
            </a:r>
            <a:r>
              <a:rPr lang="en-US" dirty="0"/>
              <a:t>, ES2 1998 </a:t>
            </a:r>
            <a:r>
              <a:rPr lang="en-US" dirty="0" err="1"/>
              <a:t>yil</a:t>
            </a:r>
            <a:r>
              <a:rPr lang="en-US" dirty="0"/>
              <a:t> </a:t>
            </a:r>
            <a:r>
              <a:rPr lang="en-US" dirty="0" err="1"/>
              <a:t>iyun</a:t>
            </a:r>
            <a:r>
              <a:rPr lang="en-US" dirty="0"/>
              <a:t> </a:t>
            </a:r>
            <a:r>
              <a:rPr lang="en-US" dirty="0" err="1"/>
              <a:t>oyida</a:t>
            </a:r>
            <a:r>
              <a:rPr lang="en-US" dirty="0"/>
              <a:t>, ES3 1999 </a:t>
            </a:r>
            <a:r>
              <a:rPr lang="en-US" dirty="0" err="1"/>
              <a:t>yil</a:t>
            </a:r>
            <a:r>
              <a:rPr lang="en-US" dirty="0"/>
              <a:t> </a:t>
            </a:r>
            <a:r>
              <a:rPr lang="en-US" dirty="0" err="1"/>
              <a:t>dekabrda</a:t>
            </a:r>
            <a:r>
              <a:rPr lang="en-US" dirty="0"/>
              <a:t> </a:t>
            </a:r>
            <a:r>
              <a:rPr lang="en-US" dirty="0" err="1"/>
              <a:t>chiqarilgan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ES4 </a:t>
            </a:r>
            <a:r>
              <a:rPr lang="en-US" dirty="0" err="1"/>
              <a:t>hech</a:t>
            </a:r>
            <a:r>
              <a:rPr lang="en-US" dirty="0"/>
              <a:t> </a:t>
            </a:r>
            <a:r>
              <a:rPr lang="en-US" dirty="0" err="1"/>
              <a:t>qachon</a:t>
            </a:r>
            <a:r>
              <a:rPr lang="en-US" dirty="0"/>
              <a:t> </a:t>
            </a:r>
            <a:r>
              <a:rPr lang="en-US" dirty="0" err="1"/>
              <a:t>qabul</a:t>
            </a:r>
            <a:r>
              <a:rPr lang="en-US" dirty="0"/>
              <a:t> </a:t>
            </a:r>
            <a:r>
              <a:rPr lang="en-US" dirty="0" err="1"/>
              <a:t>qilinmagan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03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14399"/>
          </a:xfrm>
        </p:spPr>
        <p:txBody>
          <a:bodyPr/>
          <a:lstStyle/>
          <a:p>
            <a:r>
              <a:rPr lang="en-US" b="1" dirty="0" smtClean="0"/>
              <a:t>JavaScript </a:t>
            </a:r>
            <a:r>
              <a:rPr lang="en-US" b="1" dirty="0" err="1" smtClean="0"/>
              <a:t>yoki</a:t>
            </a:r>
            <a:r>
              <a:rPr lang="en-US" b="1" dirty="0" smtClean="0"/>
              <a:t> </a:t>
            </a:r>
            <a:r>
              <a:rPr lang="en-US" b="1" dirty="0" err="1" smtClean="0"/>
              <a:t>EcmaScript</a:t>
            </a:r>
            <a:r>
              <a:rPr lang="en-US" b="1" dirty="0" smtClean="0"/>
              <a:t> ?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1104182"/>
            <a:ext cx="7869891" cy="5072782"/>
          </a:xfrm>
        </p:spPr>
        <p:txBody>
          <a:bodyPr/>
          <a:lstStyle/>
          <a:p>
            <a:r>
              <a:rPr lang="en-US" dirty="0"/>
              <a:t>JavaScript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EcmaScript</a:t>
            </a:r>
            <a:r>
              <a:rPr lang="en-US" dirty="0"/>
              <a:t> </a:t>
            </a:r>
            <a:r>
              <a:rPr lang="en-US" dirty="0" err="1" smtClean="0"/>
              <a:t>versyalari</a:t>
            </a:r>
            <a:r>
              <a:rPr lang="en-US" dirty="0" smtClean="0"/>
              <a:t> </a:t>
            </a:r>
            <a:r>
              <a:rPr lang="en-US" dirty="0" err="1" smtClean="0"/>
              <a:t>hisoblanadi</a:t>
            </a:r>
            <a:r>
              <a:rPr lang="en-US" dirty="0" smtClean="0"/>
              <a:t>. </a:t>
            </a:r>
            <a:r>
              <a:rPr lang="en-US" dirty="0" err="1"/>
              <a:t>EcmaScript-ning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versiyalari</a:t>
            </a:r>
            <a:r>
              <a:rPr lang="en-US" dirty="0"/>
              <a:t> </a:t>
            </a:r>
            <a:r>
              <a:rPr lang="en-US" dirty="0" err="1" smtClean="0"/>
              <a:t>e’tiborga</a:t>
            </a:r>
            <a:r>
              <a:rPr lang="en-US" dirty="0" smtClean="0"/>
              <a:t> </a:t>
            </a:r>
            <a:r>
              <a:rPr lang="en-US" dirty="0" err="1" smtClean="0"/>
              <a:t>olish</a:t>
            </a:r>
            <a:r>
              <a:rPr lang="en-US" dirty="0" smtClean="0"/>
              <a:t> </a:t>
            </a:r>
            <a:r>
              <a:rPr lang="en-US" dirty="0" err="1" smtClean="0"/>
              <a:t>kerak</a:t>
            </a:r>
            <a:r>
              <a:rPr lang="en-US" dirty="0" smtClean="0"/>
              <a:t> </a:t>
            </a:r>
            <a:r>
              <a:rPr lang="en-US" dirty="0" err="1" smtClean="0"/>
              <a:t>emas</a:t>
            </a:r>
            <a:r>
              <a:rPr lang="en-US" dirty="0" smtClean="0"/>
              <a:t> </a:t>
            </a:r>
            <a:r>
              <a:rPr lang="en-US" dirty="0" err="1" smtClean="0"/>
              <a:t>chunki</a:t>
            </a:r>
            <a:r>
              <a:rPr lang="en-US" dirty="0" smtClean="0"/>
              <a:t> </a:t>
            </a:r>
            <a:r>
              <a:rPr lang="en-US" dirty="0" err="1" smtClean="0"/>
              <a:t>ular</a:t>
            </a:r>
            <a:r>
              <a:rPr lang="en-US" dirty="0" smtClean="0"/>
              <a:t> </a:t>
            </a:r>
            <a:r>
              <a:rPr lang="en-US" dirty="0" err="1"/>
              <a:t>allaqachon</a:t>
            </a:r>
            <a:r>
              <a:rPr lang="en-US" dirty="0"/>
              <a:t> </a:t>
            </a:r>
            <a:r>
              <a:rPr lang="en-US" dirty="0" err="1"/>
              <a:t>eskirgan</a:t>
            </a:r>
            <a:r>
              <a:rPr lang="en-US" dirty="0"/>
              <a:t>.</a:t>
            </a:r>
            <a:r>
              <a:rPr lang="ru-RU" dirty="0" smtClean="0"/>
              <a:t> </a:t>
            </a:r>
            <a:r>
              <a:rPr lang="en-US" dirty="0" err="1"/>
              <a:t>xirgi</a:t>
            </a:r>
            <a:r>
              <a:rPr lang="en-US" dirty="0"/>
              <a:t> </a:t>
            </a:r>
            <a:r>
              <a:rPr lang="en-US" dirty="0" err="1"/>
              <a:t>to'rttasini</a:t>
            </a:r>
            <a:r>
              <a:rPr lang="en-US" dirty="0"/>
              <a:t> </a:t>
            </a:r>
            <a:r>
              <a:rPr lang="en-US" dirty="0" err="1"/>
              <a:t>ko'rib</a:t>
            </a:r>
            <a:r>
              <a:rPr lang="en-US" dirty="0"/>
              <a:t> </a:t>
            </a:r>
            <a:r>
              <a:rPr lang="en-US" dirty="0" err="1" smtClean="0"/>
              <a:t>chiqamiz</a:t>
            </a:r>
            <a:r>
              <a:rPr lang="en-US" dirty="0" smtClean="0"/>
              <a:t>:</a:t>
            </a:r>
          </a:p>
          <a:p>
            <a:r>
              <a:rPr lang="en-US" dirty="0"/>
              <a:t>ES5 2009-yil </a:t>
            </a:r>
            <a:r>
              <a:rPr lang="en-US" dirty="0" err="1"/>
              <a:t>dekabr</a:t>
            </a:r>
            <a:r>
              <a:rPr lang="en-US" dirty="0"/>
              <a:t> </a:t>
            </a:r>
            <a:r>
              <a:rPr lang="en-US" dirty="0" err="1"/>
              <a:t>oyida</a:t>
            </a:r>
            <a:r>
              <a:rPr lang="en-US" dirty="0"/>
              <a:t>, </a:t>
            </a:r>
            <a:r>
              <a:rPr lang="en-US" dirty="0" smtClean="0"/>
              <a:t>ES3 </a:t>
            </a:r>
            <a:r>
              <a:rPr lang="en-US" dirty="0" err="1" smtClean="0"/>
              <a:t>chiqarilgandan</a:t>
            </a:r>
            <a:r>
              <a:rPr lang="en-US" dirty="0" smtClean="0"/>
              <a:t> </a:t>
            </a:r>
            <a:r>
              <a:rPr lang="en-US" dirty="0" err="1" smtClean="0"/>
              <a:t>keyn</a:t>
            </a:r>
            <a:r>
              <a:rPr lang="en-US" dirty="0" smtClean="0"/>
              <a:t> 10 </a:t>
            </a:r>
            <a:r>
              <a:rPr lang="en-US" dirty="0" err="1"/>
              <a:t>yil</a:t>
            </a:r>
            <a:r>
              <a:rPr lang="en-US" dirty="0"/>
              <a:t> </a:t>
            </a:r>
            <a:r>
              <a:rPr lang="en-US" dirty="0" err="1"/>
              <a:t>o‘tib</a:t>
            </a:r>
            <a:r>
              <a:rPr lang="en-US" dirty="0"/>
              <a:t> </a:t>
            </a:r>
            <a:r>
              <a:rPr lang="en-US" dirty="0" err="1"/>
              <a:t>chiqdi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Qattiq</a:t>
            </a:r>
            <a:r>
              <a:rPr lang="en-US" dirty="0" smtClean="0"/>
              <a:t> (</a:t>
            </a:r>
            <a:r>
              <a:rPr lang="en-US" dirty="0" err="1" smtClean="0"/>
              <a:t>strogiy</a:t>
            </a:r>
            <a:r>
              <a:rPr lang="en-US" dirty="0" smtClean="0"/>
              <a:t>) </a:t>
            </a:r>
            <a:r>
              <a:rPr lang="en-US" dirty="0" err="1" smtClean="0"/>
              <a:t>rejim</a:t>
            </a:r>
            <a:r>
              <a:rPr lang="en-US" dirty="0" smtClean="0"/>
              <a:t> </a:t>
            </a:r>
            <a:r>
              <a:rPr lang="en-US" dirty="0" err="1" smtClean="0"/>
              <a:t>qoshildi</a:t>
            </a:r>
            <a:r>
              <a:rPr lang="en-US" dirty="0" smtClean="0"/>
              <a:t> ‘use strict’ mode.</a:t>
            </a:r>
          </a:p>
          <a:p>
            <a:pPr lvl="1"/>
            <a:r>
              <a:rPr lang="en-US" dirty="0" err="1"/>
              <a:t>Ko'p</a:t>
            </a:r>
            <a:r>
              <a:rPr lang="en-US" dirty="0"/>
              <a:t> </a:t>
            </a:r>
            <a:r>
              <a:rPr lang="en-US" dirty="0" err="1"/>
              <a:t>qatorli</a:t>
            </a:r>
            <a:r>
              <a:rPr lang="en-US" dirty="0"/>
              <a:t> </a:t>
            </a:r>
            <a:r>
              <a:rPr lang="en-US" dirty="0" err="1" smtClean="0"/>
              <a:t>satrlar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JSON </a:t>
            </a:r>
            <a:r>
              <a:rPr lang="en-US" dirty="0" err="1" smtClean="0"/>
              <a:t>qo’llab</a:t>
            </a:r>
            <a:r>
              <a:rPr lang="en-US" dirty="0" smtClean="0"/>
              <a:t> </a:t>
            </a:r>
            <a:r>
              <a:rPr lang="en-US" dirty="0" err="1" smtClean="0"/>
              <a:t>quvvatlashni</a:t>
            </a:r>
            <a:r>
              <a:rPr lang="en-US" dirty="0" smtClean="0"/>
              <a:t> </a:t>
            </a:r>
            <a:r>
              <a:rPr lang="en-US" dirty="0" err="1" smtClean="0"/>
              <a:t>boshladi</a:t>
            </a:r>
            <a:r>
              <a:rPr lang="en-US" dirty="0" smtClean="0"/>
              <a:t>.</a:t>
            </a:r>
            <a:endParaRPr lang="ru-RU" dirty="0" smtClean="0"/>
          </a:p>
          <a:p>
            <a:pPr lvl="1"/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h.k</a:t>
            </a:r>
            <a:r>
              <a:rPr lang="en-US" dirty="0" smtClean="0"/>
              <a:t>.</a:t>
            </a:r>
            <a:endParaRPr lang="ru-RU" dirty="0" smtClean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153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ES6 </a:t>
            </a:r>
            <a:r>
              <a:rPr lang="en-US" b="1" dirty="0" err="1" smtClean="0"/>
              <a:t>yoki</a:t>
            </a:r>
            <a:r>
              <a:rPr lang="en-US" b="1" dirty="0" smtClean="0"/>
              <a:t> ES2015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ES6/ES2015 </a:t>
            </a:r>
            <a:r>
              <a:rPr lang="es-ES" dirty="0" err="1"/>
              <a:t>versiyasi</a:t>
            </a:r>
            <a:r>
              <a:rPr lang="es-ES" dirty="0"/>
              <a:t> 2015-yil </a:t>
            </a:r>
            <a:r>
              <a:rPr lang="es-ES" dirty="0" err="1"/>
              <a:t>iyun</a:t>
            </a:r>
            <a:r>
              <a:rPr lang="es-ES" dirty="0"/>
              <a:t> </a:t>
            </a:r>
            <a:r>
              <a:rPr lang="es-ES" dirty="0" err="1"/>
              <a:t>oyida</a:t>
            </a:r>
            <a:r>
              <a:rPr lang="es-ES" dirty="0"/>
              <a:t> </a:t>
            </a:r>
            <a:r>
              <a:rPr lang="es-ES" dirty="0" err="1"/>
              <a:t>chiqarilgan</a:t>
            </a:r>
            <a:r>
              <a:rPr lang="es-ES" dirty="0" smtClean="0"/>
              <a:t>.</a:t>
            </a:r>
          </a:p>
          <a:p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yangilanishda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o'zgarishlar</a:t>
            </a:r>
            <a:r>
              <a:rPr lang="en-US" dirty="0"/>
              <a:t> </a:t>
            </a:r>
            <a:r>
              <a:rPr lang="en-US" dirty="0" err="1"/>
              <a:t>kiritildi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Destrukturizatsiya</a:t>
            </a:r>
            <a:r>
              <a:rPr lang="en-US" dirty="0" smtClean="0"/>
              <a:t> </a:t>
            </a:r>
            <a:r>
              <a:rPr lang="en-US" dirty="0" err="1" smtClean="0"/>
              <a:t>yordamida</a:t>
            </a:r>
            <a:r>
              <a:rPr lang="en-US" dirty="0" smtClean="0"/>
              <a:t> </a:t>
            </a:r>
            <a:r>
              <a:rPr lang="en-US" dirty="0" err="1" smtClean="0"/>
              <a:t>qiymat</a:t>
            </a:r>
            <a:r>
              <a:rPr lang="en-US" dirty="0" smtClean="0"/>
              <a:t> </a:t>
            </a:r>
            <a:r>
              <a:rPr lang="en-US" dirty="0" err="1" smtClean="0"/>
              <a:t>berilishi</a:t>
            </a:r>
            <a:endParaRPr lang="ru-RU" dirty="0" smtClean="0"/>
          </a:p>
          <a:p>
            <a:pPr lvl="1"/>
            <a:r>
              <a:rPr lang="en-US" dirty="0" err="1" smtClean="0"/>
              <a:t>O’q</a:t>
            </a:r>
            <a:r>
              <a:rPr lang="en-US" dirty="0" smtClean="0"/>
              <a:t> </a:t>
            </a:r>
            <a:r>
              <a:rPr lang="en-US" dirty="0" err="1" smtClean="0"/>
              <a:t>funksiyalari</a:t>
            </a:r>
            <a:r>
              <a:rPr lang="en-US" dirty="0" smtClean="0"/>
              <a:t> </a:t>
            </a:r>
            <a:r>
              <a:rPr lang="en-US" dirty="0" err="1" smtClean="0"/>
              <a:t>qoshildi</a:t>
            </a:r>
            <a:r>
              <a:rPr lang="en-US" dirty="0" smtClean="0"/>
              <a:t>.</a:t>
            </a:r>
            <a:endParaRPr lang="ru-RU" dirty="0" smtClean="0"/>
          </a:p>
          <a:p>
            <a:pPr lvl="1"/>
            <a:r>
              <a:rPr lang="en-US" dirty="0" err="1"/>
              <a:t>Shablon</a:t>
            </a:r>
            <a:r>
              <a:rPr lang="en-US" dirty="0"/>
              <a:t>, </a:t>
            </a:r>
            <a:r>
              <a:rPr lang="en-US" dirty="0" err="1"/>
              <a:t>ko'p</a:t>
            </a:r>
            <a:r>
              <a:rPr lang="en-US" dirty="0"/>
              <a:t> </a:t>
            </a:r>
            <a:r>
              <a:rPr lang="en-US" dirty="0" err="1"/>
              <a:t>qatorli</a:t>
            </a:r>
            <a:r>
              <a:rPr lang="en-US" dirty="0"/>
              <a:t> </a:t>
            </a:r>
            <a:r>
              <a:rPr lang="en-US" dirty="0" err="1"/>
              <a:t>satrlar</a:t>
            </a:r>
            <a:r>
              <a:rPr lang="en-US" dirty="0"/>
              <a:t> (</a:t>
            </a:r>
            <a:r>
              <a:rPr lang="en-US" dirty="0" err="1"/>
              <a:t>teskari</a:t>
            </a:r>
            <a:r>
              <a:rPr lang="en-US" dirty="0"/>
              <a:t> </a:t>
            </a:r>
            <a:r>
              <a:rPr lang="en-US" dirty="0" err="1"/>
              <a:t>belgilar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Let </a:t>
            </a:r>
            <a:r>
              <a:rPr lang="ru-RU" dirty="0" smtClean="0"/>
              <a:t>и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ru-RU" dirty="0" smtClean="0"/>
              <a:t>–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o’rnini</a:t>
            </a:r>
            <a:r>
              <a:rPr lang="en-US" dirty="0" smtClean="0"/>
              <a:t> </a:t>
            </a:r>
            <a:r>
              <a:rPr lang="en-US" dirty="0" err="1" smtClean="0"/>
              <a:t>egalladi</a:t>
            </a:r>
            <a:r>
              <a:rPr lang="en-US" dirty="0" smtClean="0"/>
              <a:t>.</a:t>
            </a:r>
            <a:endParaRPr lang="ru-RU" dirty="0" smtClean="0"/>
          </a:p>
          <a:p>
            <a:pPr lvl="1"/>
            <a:r>
              <a:rPr lang="en-US" dirty="0" smtClean="0"/>
              <a:t>Promise </a:t>
            </a:r>
            <a:r>
              <a:rPr lang="en-US" dirty="0" err="1" smtClean="0"/>
              <a:t>qoshildi</a:t>
            </a:r>
            <a:r>
              <a:rPr lang="en-US" dirty="0" smtClean="0"/>
              <a:t>.</a:t>
            </a:r>
            <a:endParaRPr lang="ru-RU" dirty="0" smtClean="0"/>
          </a:p>
          <a:p>
            <a:pPr lvl="1"/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h.k</a:t>
            </a:r>
            <a:r>
              <a:rPr lang="en-US" dirty="0" smtClean="0"/>
              <a:t>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5071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ES7 </a:t>
            </a:r>
            <a:r>
              <a:rPr lang="en-US" b="1" dirty="0" err="1"/>
              <a:t>yoki</a:t>
            </a:r>
            <a:r>
              <a:rPr lang="ru-RU" b="1" dirty="0" smtClean="0"/>
              <a:t> </a:t>
            </a:r>
            <a:r>
              <a:rPr lang="en-US" b="1" dirty="0" smtClean="0"/>
              <a:t>ES2016</a:t>
            </a:r>
            <a:r>
              <a:rPr lang="ru-RU" b="1" dirty="0" smtClean="0"/>
              <a:t> </a:t>
            </a:r>
            <a:r>
              <a:rPr lang="en-US" b="1" dirty="0" err="1" smtClean="0"/>
              <a:t>iyun</a:t>
            </a:r>
            <a:r>
              <a:rPr lang="ru-RU" b="1" dirty="0" smtClean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0059" y="1148229"/>
            <a:ext cx="7869891" cy="4711234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Darajaga</a:t>
            </a:r>
            <a:r>
              <a:rPr lang="en-US" dirty="0" smtClean="0"/>
              <a:t> </a:t>
            </a:r>
            <a:r>
              <a:rPr lang="en-US" dirty="0" err="1" smtClean="0"/>
              <a:t>ko’tarish</a:t>
            </a:r>
            <a:r>
              <a:rPr lang="en-US" dirty="0" smtClean="0"/>
              <a:t> </a:t>
            </a:r>
            <a:r>
              <a:rPr lang="en-US" dirty="0" err="1" smtClean="0"/>
              <a:t>operatori</a:t>
            </a:r>
            <a:r>
              <a:rPr lang="en-US" dirty="0" smtClean="0"/>
              <a:t> </a:t>
            </a:r>
            <a:r>
              <a:rPr lang="en-US" dirty="0" err="1" smtClean="0"/>
              <a:t>qoshildi</a:t>
            </a:r>
            <a:r>
              <a:rPr lang="en-US" dirty="0" smtClean="0"/>
              <a:t> </a:t>
            </a:r>
            <a:r>
              <a:rPr lang="ru-RU" dirty="0" smtClean="0"/>
              <a:t>«</a:t>
            </a:r>
            <a:r>
              <a:rPr lang="en-US" dirty="0" smtClean="0"/>
              <a:t>**</a:t>
            </a:r>
            <a:r>
              <a:rPr lang="ru-RU" dirty="0" smtClean="0"/>
              <a:t>»</a:t>
            </a:r>
          </a:p>
          <a:p>
            <a:r>
              <a:rPr lang="en-US" dirty="0" err="1" smtClean="0"/>
              <a:t>Array.includes</a:t>
            </a:r>
            <a:r>
              <a:rPr lang="en-US" dirty="0" smtClean="0"/>
              <a:t>() </a:t>
            </a:r>
            <a:r>
              <a:rPr lang="en-US" dirty="0" err="1" smtClean="0"/>
              <a:t>funksiyasi</a:t>
            </a:r>
            <a:r>
              <a:rPr lang="en-US" dirty="0" smtClean="0"/>
              <a:t> </a:t>
            </a:r>
            <a:r>
              <a:rPr lang="en-US" dirty="0" err="1"/>
              <a:t>qo‘shildi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asinxron</a:t>
            </a:r>
            <a:r>
              <a:rPr lang="en-US" dirty="0"/>
              <a:t> </a:t>
            </a:r>
            <a:r>
              <a:rPr lang="en-US" dirty="0" err="1" smtClean="0"/>
              <a:t>funksiyalar</a:t>
            </a:r>
            <a:r>
              <a:rPr lang="en-US" dirty="0" smtClean="0"/>
              <a:t> </a:t>
            </a:r>
            <a:r>
              <a:rPr lang="ru-RU" dirty="0" smtClean="0"/>
              <a:t> </a:t>
            </a:r>
            <a:r>
              <a:rPr lang="en-US" dirty="0" err="1" smtClean="0"/>
              <a:t>async</a:t>
            </a:r>
            <a:r>
              <a:rPr lang="en-US" dirty="0" smtClean="0"/>
              <a:t>/await </a:t>
            </a:r>
            <a:r>
              <a:rPr lang="en-US" dirty="0" err="1" smtClean="0"/>
              <a:t>qoshildi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/>
              <a:t>Massivlar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ob'ektlardagi</a:t>
            </a:r>
            <a:r>
              <a:rPr lang="en-US" dirty="0"/>
              <a:t> Rest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Spead</a:t>
            </a:r>
            <a:r>
              <a:rPr lang="en-US" dirty="0"/>
              <a:t> </a:t>
            </a:r>
            <a:r>
              <a:rPr lang="en-US" dirty="0" err="1"/>
              <a:t>operatorlari</a:t>
            </a:r>
            <a:r>
              <a:rPr lang="en-US" dirty="0" smtClean="0"/>
              <a:t>.</a:t>
            </a:r>
          </a:p>
          <a:p>
            <a:r>
              <a:rPr lang="en-US" dirty="0" err="1"/>
              <a:t>Yaxshilangan</a:t>
            </a:r>
            <a:r>
              <a:rPr lang="en-US" dirty="0"/>
              <a:t> </a:t>
            </a:r>
            <a:r>
              <a:rPr lang="en-US" dirty="0" err="1" smtClean="0"/>
              <a:t>muntazam</a:t>
            </a:r>
            <a:r>
              <a:rPr lang="en-US" dirty="0" smtClean="0"/>
              <a:t>(regular) </a:t>
            </a:r>
            <a:r>
              <a:rPr lang="en-US" dirty="0" err="1"/>
              <a:t>ifodalar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Asinxron</a:t>
            </a:r>
            <a:r>
              <a:rPr lang="en-US" dirty="0" smtClean="0"/>
              <a:t> </a:t>
            </a:r>
            <a:r>
              <a:rPr lang="en-US" dirty="0" err="1" smtClean="0"/>
              <a:t>iteratorlar</a:t>
            </a:r>
            <a:r>
              <a:rPr lang="en-US" dirty="0" smtClean="0"/>
              <a:t> </a:t>
            </a:r>
            <a:r>
              <a:rPr lang="en-US" dirty="0" err="1" smtClean="0"/>
              <a:t>qoshildi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79450" y="1879601"/>
            <a:ext cx="7886700" cy="133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ES</a:t>
            </a:r>
            <a:r>
              <a:rPr lang="ru-RU" b="1" dirty="0" smtClean="0"/>
              <a:t>8</a:t>
            </a:r>
            <a:r>
              <a:rPr lang="en-US" b="1" dirty="0" smtClean="0"/>
              <a:t> </a:t>
            </a:r>
            <a:r>
              <a:rPr lang="en-US" b="1" dirty="0" err="1" smtClean="0"/>
              <a:t>yoki</a:t>
            </a:r>
            <a:r>
              <a:rPr lang="en-US" b="1" dirty="0" smtClean="0"/>
              <a:t> </a:t>
            </a:r>
            <a:r>
              <a:rPr lang="ru-RU" b="1" dirty="0" smtClean="0"/>
              <a:t> </a:t>
            </a:r>
            <a:r>
              <a:rPr lang="en-US" b="1" dirty="0" smtClean="0"/>
              <a:t>ES201</a:t>
            </a:r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641350" y="3251201"/>
            <a:ext cx="7886700" cy="133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ES9 </a:t>
            </a:r>
            <a:r>
              <a:rPr lang="en-US" b="1" dirty="0" err="1" smtClean="0"/>
              <a:t>yoki</a:t>
            </a:r>
            <a:r>
              <a:rPr lang="ru-RU" b="1" dirty="0" smtClean="0"/>
              <a:t> </a:t>
            </a:r>
            <a:r>
              <a:rPr lang="en-US" b="1" dirty="0" smtClean="0"/>
              <a:t>ES2018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7252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05773"/>
          </a:xfrm>
        </p:spPr>
        <p:txBody>
          <a:bodyPr/>
          <a:lstStyle/>
          <a:p>
            <a:r>
              <a:rPr lang="en-US" b="1" dirty="0" err="1" smtClean="0"/>
              <a:t>JavaScriptni</a:t>
            </a:r>
            <a:r>
              <a:rPr lang="en-US" b="1" dirty="0" smtClean="0"/>
              <a:t> </a:t>
            </a:r>
            <a:r>
              <a:rPr lang="en-US" b="1" dirty="0" err="1" smtClean="0"/>
              <a:t>sahifaga</a:t>
            </a:r>
            <a:r>
              <a:rPr lang="en-US" b="1" dirty="0" smtClean="0"/>
              <a:t> </a:t>
            </a:r>
            <a:r>
              <a:rPr lang="en-US" b="1" dirty="0" err="1" smtClean="0"/>
              <a:t>qo’shish</a:t>
            </a:r>
            <a:r>
              <a:rPr lang="en-US" b="1" dirty="0" smtClean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1035170"/>
            <a:ext cx="7869891" cy="5141793"/>
          </a:xfrm>
        </p:spPr>
        <p:txBody>
          <a:bodyPr/>
          <a:lstStyle/>
          <a:p>
            <a:r>
              <a:rPr lang="en-US" dirty="0"/>
              <a:t>JavaScript </a:t>
            </a:r>
            <a:r>
              <a:rPr lang="en-US" dirty="0" err="1"/>
              <a:t>to'g'ridan-to'g'ri</a:t>
            </a:r>
            <a:r>
              <a:rPr lang="en-US" dirty="0"/>
              <a:t> &lt;script&gt; &lt;/script&gt; </a:t>
            </a:r>
            <a:r>
              <a:rPr lang="en-US" dirty="0" err="1"/>
              <a:t>teglari</a:t>
            </a:r>
            <a:r>
              <a:rPr lang="en-US" dirty="0"/>
              <a:t> </a:t>
            </a:r>
            <a:r>
              <a:rPr lang="en-US" dirty="0" err="1" smtClean="0"/>
              <a:t>ichida</a:t>
            </a:r>
            <a:r>
              <a:rPr lang="en-US" dirty="0" smtClean="0"/>
              <a:t> </a:t>
            </a:r>
            <a:r>
              <a:rPr lang="en-US" dirty="0" err="1" smtClean="0"/>
              <a:t>sahifada</a:t>
            </a:r>
            <a:r>
              <a:rPr lang="en-US" dirty="0" smtClean="0"/>
              <a:t> </a:t>
            </a:r>
            <a:r>
              <a:rPr lang="en-US" dirty="0" err="1"/>
              <a:t>yozilishi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JavaScript </a:t>
            </a:r>
            <a:r>
              <a:rPr lang="en-US" dirty="0" err="1"/>
              <a:t>fayli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 smtClean="0"/>
              <a:t>yaratib</a:t>
            </a:r>
            <a:r>
              <a:rPr lang="en-US" dirty="0" smtClean="0"/>
              <a:t> </a:t>
            </a:r>
            <a:r>
              <a:rPr lang="en-US" dirty="0" err="1" smtClean="0"/>
              <a:t>olib</a:t>
            </a:r>
            <a:r>
              <a:rPr lang="en-US" dirty="0" smtClean="0"/>
              <a:t> </a:t>
            </a:r>
            <a:r>
              <a:rPr lang="en-US" dirty="0" err="1" smtClean="0"/>
              <a:t>sahifaga</a:t>
            </a:r>
            <a:r>
              <a:rPr lang="en-US" dirty="0" smtClean="0"/>
              <a:t> </a:t>
            </a:r>
            <a:r>
              <a:rPr lang="en-US" dirty="0"/>
              <a:t>&lt;script&gt; &lt;/script&gt; </a:t>
            </a:r>
            <a:r>
              <a:rPr lang="en-US" dirty="0" err="1"/>
              <a:t>tegining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</a:t>
            </a:r>
            <a:r>
              <a:rPr lang="en-US" dirty="0" err="1"/>
              <a:t>atributi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 smtClean="0"/>
              <a:t>uni</a:t>
            </a:r>
            <a:r>
              <a:rPr lang="en-US" dirty="0" smtClean="0"/>
              <a:t> </a:t>
            </a:r>
            <a:r>
              <a:rPr lang="en-US" dirty="0" err="1" smtClean="0"/>
              <a:t>qoshish</a:t>
            </a:r>
            <a:r>
              <a:rPr lang="en-US" dirty="0" smtClean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357" y="1922073"/>
            <a:ext cx="4459586" cy="135139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59" y="4826659"/>
            <a:ext cx="7287683" cy="70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3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0400" y="0"/>
            <a:ext cx="7886700" cy="1337732"/>
          </a:xfrm>
        </p:spPr>
        <p:txBody>
          <a:bodyPr/>
          <a:lstStyle/>
          <a:p>
            <a:r>
              <a:rPr lang="en-US" b="1" dirty="0" err="1" smtClean="0"/>
              <a:t>O'zgaruvchilar</a:t>
            </a:r>
            <a:r>
              <a:rPr lang="en-US" b="1" dirty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793" y="1052979"/>
            <a:ext cx="8816196" cy="5330568"/>
          </a:xfrm>
        </p:spPr>
        <p:txBody>
          <a:bodyPr/>
          <a:lstStyle/>
          <a:p>
            <a:r>
              <a:rPr lang="en-US" dirty="0" err="1"/>
              <a:t>Oddiy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aytganda</a:t>
            </a:r>
            <a:r>
              <a:rPr lang="en-US" dirty="0"/>
              <a:t>, </a:t>
            </a:r>
            <a:r>
              <a:rPr lang="en-US" dirty="0" err="1"/>
              <a:t>o'zgaruvchi</a:t>
            </a:r>
            <a:r>
              <a:rPr lang="en-US" dirty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omboridir</a:t>
            </a:r>
            <a:r>
              <a:rPr lang="en-US" dirty="0"/>
              <a:t>.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yerga</a:t>
            </a:r>
            <a:r>
              <a:rPr lang="en-US" dirty="0"/>
              <a:t> </a:t>
            </a:r>
            <a:r>
              <a:rPr lang="en-US" dirty="0" err="1"/>
              <a:t>qandaydir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qo'yishingiz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(</a:t>
            </a:r>
            <a:r>
              <a:rPr lang="en-US" dirty="0" err="1"/>
              <a:t>masalan</a:t>
            </a:r>
            <a:r>
              <a:rPr lang="en-US" dirty="0"/>
              <a:t>, </a:t>
            </a:r>
            <a:r>
              <a:rPr lang="en-US" dirty="0" err="1"/>
              <a:t>raqam</a:t>
            </a:r>
            <a:r>
              <a:rPr lang="en-US" dirty="0"/>
              <a:t>, </a:t>
            </a:r>
            <a:r>
              <a:rPr lang="en-US" dirty="0" err="1"/>
              <a:t>satr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 smtClean="0"/>
              <a:t>).</a:t>
            </a:r>
          </a:p>
          <a:p>
            <a:r>
              <a:rPr lang="en-US" dirty="0" err="1"/>
              <a:t>O'zgaruvchini</a:t>
            </a:r>
            <a:r>
              <a:rPr lang="en-US" dirty="0"/>
              <a:t> </a:t>
            </a:r>
            <a:r>
              <a:rPr lang="en-US" dirty="0" err="1"/>
              <a:t>quti</a:t>
            </a:r>
            <a:r>
              <a:rPr lang="en-US" dirty="0"/>
              <a:t> </a:t>
            </a:r>
            <a:r>
              <a:rPr lang="en-US" dirty="0" err="1"/>
              <a:t>sifatida</a:t>
            </a:r>
            <a:r>
              <a:rPr lang="en-US" dirty="0"/>
              <a:t> </a:t>
            </a:r>
            <a:r>
              <a:rPr lang="en-US" dirty="0" err="1" smtClean="0"/>
              <a:t>tasavvur</a:t>
            </a:r>
            <a:r>
              <a:rPr lang="en-US" dirty="0" smtClean="0"/>
              <a:t> </a:t>
            </a:r>
            <a:r>
              <a:rPr lang="en-US" dirty="0" err="1" smtClean="0"/>
              <a:t>qilish</a:t>
            </a:r>
            <a:r>
              <a:rPr lang="en-US" dirty="0" smtClean="0"/>
              <a:t> </a:t>
            </a:r>
            <a:r>
              <a:rPr lang="en-US" dirty="0" err="1"/>
              <a:t>mumkin</a:t>
            </a:r>
            <a:r>
              <a:rPr lang="en-US" dirty="0" smtClean="0"/>
              <a:t>. </a:t>
            </a:r>
            <a:r>
              <a:rPr lang="en-US" dirty="0" err="1"/>
              <a:t>Unga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 </a:t>
            </a:r>
            <a:r>
              <a:rPr lang="en-US" dirty="0" err="1"/>
              <a:t>qo'yish</a:t>
            </a:r>
            <a:r>
              <a:rPr lang="en-US" dirty="0"/>
              <a:t> (</a:t>
            </a:r>
            <a:r>
              <a:rPr lang="en-US" dirty="0" err="1"/>
              <a:t>saqlash</a:t>
            </a:r>
            <a:r>
              <a:rPr lang="en-US" dirty="0"/>
              <a:t>)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 smtClean="0"/>
              <a:t>keyinchalik</a:t>
            </a:r>
            <a:r>
              <a:rPr lang="en-US" dirty="0" smtClean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 smtClean="0"/>
              <a:t>nokga</a:t>
            </a:r>
            <a:r>
              <a:rPr lang="en-US" dirty="0" smtClean="0"/>
              <a:t> </a:t>
            </a:r>
            <a:r>
              <a:rPr lang="en-US" dirty="0" err="1" smtClean="0"/>
              <a:t>almashtirish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. </a:t>
            </a:r>
            <a:r>
              <a:rPr lang="en-US" dirty="0" err="1" smtClean="0"/>
              <a:t>Shunday</a:t>
            </a:r>
            <a:r>
              <a:rPr lang="en-US" dirty="0" smtClean="0"/>
              <a:t> </a:t>
            </a:r>
            <a:r>
              <a:rPr lang="en-US" dirty="0" err="1"/>
              <a:t>qilib</a:t>
            </a:r>
            <a:r>
              <a:rPr lang="en-US" dirty="0"/>
              <a:t>,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 smtClean="0"/>
              <a:t>qiymatini</a:t>
            </a:r>
            <a:r>
              <a:rPr lang="en-US" dirty="0" smtClean="0"/>
              <a:t> </a:t>
            </a:r>
            <a:r>
              <a:rPr lang="en-US" dirty="0" err="1" smtClean="0"/>
              <a:t>bitta</a:t>
            </a:r>
            <a:r>
              <a:rPr lang="en-US" dirty="0" smtClean="0"/>
              <a:t> </a:t>
            </a:r>
            <a:r>
              <a:rPr lang="en-US" dirty="0" err="1" smtClean="0"/>
              <a:t>qiymatdan</a:t>
            </a:r>
            <a:r>
              <a:rPr lang="en-US" dirty="0" smtClean="0"/>
              <a:t> </a:t>
            </a:r>
            <a:r>
              <a:rPr lang="en-US" dirty="0" err="1" smtClean="0"/>
              <a:t>boshqasiga</a:t>
            </a:r>
            <a:r>
              <a:rPr lang="en-US" dirty="0" smtClean="0"/>
              <a:t> </a:t>
            </a:r>
            <a:r>
              <a:rPr lang="en-US" dirty="0" err="1" smtClean="0"/>
              <a:t>o'zgarishimiz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8888" y="4615133"/>
            <a:ext cx="2381843" cy="19840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635" y="4356339"/>
            <a:ext cx="896049" cy="10955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48011" y="4529465"/>
            <a:ext cx="2533014" cy="2110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8978" flipH="1">
            <a:off x="6232480" y="4397184"/>
            <a:ext cx="678148" cy="1146740"/>
          </a:xfrm>
          <a:prstGeom prst="rect">
            <a:avLst/>
          </a:prstGeom>
        </p:spPr>
      </p:pic>
      <p:sp>
        <p:nvSpPr>
          <p:cNvPr id="10" name="Стрелка вправо 9"/>
          <p:cNvSpPr/>
          <p:nvPr/>
        </p:nvSpPr>
        <p:spPr>
          <a:xfrm>
            <a:off x="3209026" y="5201728"/>
            <a:ext cx="1828800" cy="6383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616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035169"/>
          </a:xfrm>
        </p:spPr>
        <p:txBody>
          <a:bodyPr/>
          <a:lstStyle/>
          <a:p>
            <a:r>
              <a:rPr lang="en-US" b="1" dirty="0" err="1"/>
              <a:t>O'zgaruvchilar</a:t>
            </a:r>
            <a:r>
              <a:rPr lang="en-US" b="1" dirty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5442" y="1138687"/>
            <a:ext cx="8436633" cy="503827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O'zgaruvchini</a:t>
            </a:r>
            <a:r>
              <a:rPr lang="en-US" dirty="0"/>
              <a:t> </a:t>
            </a:r>
            <a:r>
              <a:rPr lang="en-US" dirty="0" err="1" smtClean="0"/>
              <a:t>e'lon</a:t>
            </a:r>
            <a:r>
              <a:rPr lang="en-US" dirty="0" smtClean="0"/>
              <a:t>(declare)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kalit</a:t>
            </a:r>
            <a:r>
              <a:rPr lang="en-US" dirty="0"/>
              <a:t> </a:t>
            </a:r>
            <a:r>
              <a:rPr lang="en-US" dirty="0" err="1"/>
              <a:t>so'zidan</a:t>
            </a:r>
            <a:r>
              <a:rPr lang="en-US" dirty="0"/>
              <a:t> </a:t>
            </a:r>
            <a:r>
              <a:rPr lang="en-US" dirty="0" err="1"/>
              <a:t>foydalanishingiz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(JS 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versiyalarida</a:t>
            </a:r>
            <a:r>
              <a:rPr lang="en-US" dirty="0"/>
              <a:t> </a:t>
            </a:r>
            <a:r>
              <a:rPr lang="en-US" b="1" dirty="0" err="1"/>
              <a:t>var</a:t>
            </a:r>
            <a:r>
              <a:rPr lang="en-US" dirty="0"/>
              <a:t>).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o'zgaruvchining</a:t>
            </a:r>
            <a:r>
              <a:rPr lang="en-US" dirty="0"/>
              <a:t> </a:t>
            </a:r>
            <a:r>
              <a:rPr lang="en-US" dirty="0" err="1"/>
              <a:t>nomi</a:t>
            </a:r>
            <a:r>
              <a:rPr lang="en-US" dirty="0"/>
              <a:t> </a:t>
            </a:r>
            <a:r>
              <a:rPr lang="en-US" dirty="0" err="1"/>
              <a:t>yoziladi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ru-RU" dirty="0" smtClean="0"/>
          </a:p>
          <a:p>
            <a:r>
              <a:rPr lang="en-US" dirty="0" err="1"/>
              <a:t>O'zgaruvchiga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berish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"=" </a:t>
            </a:r>
            <a:r>
              <a:rPr lang="en-US" dirty="0" err="1"/>
              <a:t>belgisidan</a:t>
            </a:r>
            <a:r>
              <a:rPr lang="en-US" dirty="0"/>
              <a:t> </a:t>
            </a:r>
            <a:r>
              <a:rPr lang="en-US" dirty="0" err="1" smtClean="0"/>
              <a:t>foydalanib</a:t>
            </a:r>
            <a:r>
              <a:rPr lang="en-US" dirty="0" smtClean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unga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 smtClean="0"/>
              <a:t>bersa</a:t>
            </a:r>
            <a:r>
              <a:rPr lang="en-US" dirty="0" smtClean="0"/>
              <a:t> </a:t>
            </a:r>
            <a:r>
              <a:rPr lang="en-US" dirty="0" err="1" smtClean="0"/>
              <a:t>bo’ladi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ru-RU" dirty="0" smtClean="0"/>
          </a:p>
          <a:p>
            <a:r>
              <a:rPr lang="en-US" dirty="0" err="1"/>
              <a:t>Yoki</a:t>
            </a:r>
            <a:r>
              <a:rPr lang="en-US" dirty="0"/>
              <a:t> biz </a:t>
            </a:r>
            <a:r>
              <a:rPr lang="en-US" dirty="0" err="1"/>
              <a:t>o'zgaruvchini</a:t>
            </a:r>
            <a:r>
              <a:rPr lang="en-US" dirty="0"/>
              <a:t> </a:t>
            </a:r>
            <a:r>
              <a:rPr lang="en-US" dirty="0" err="1"/>
              <a:t>yaratganimizda</a:t>
            </a:r>
            <a:r>
              <a:rPr lang="en-US" dirty="0"/>
              <a:t> </a:t>
            </a:r>
            <a:r>
              <a:rPr lang="en-US" dirty="0" err="1"/>
              <a:t>darhol</a:t>
            </a:r>
            <a:r>
              <a:rPr lang="en-US" dirty="0"/>
              <a:t> </a:t>
            </a:r>
            <a:r>
              <a:rPr lang="en-US" dirty="0" err="1"/>
              <a:t>qiymatni</a:t>
            </a:r>
            <a:r>
              <a:rPr lang="en-US" dirty="0"/>
              <a:t> </a:t>
            </a:r>
            <a:r>
              <a:rPr lang="en-US" dirty="0" err="1"/>
              <a:t>belgilashimiz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587" y="2414228"/>
            <a:ext cx="1483499" cy="7602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169" y="3964826"/>
            <a:ext cx="1483743" cy="10046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280" y="5778529"/>
            <a:ext cx="2722843" cy="78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73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O'zgaruvchilar</a:t>
            </a:r>
            <a:r>
              <a:rPr lang="en-US" b="1" dirty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5608" y="1155940"/>
            <a:ext cx="7920127" cy="5038276"/>
          </a:xfrm>
        </p:spPr>
        <p:txBody>
          <a:bodyPr/>
          <a:lstStyle/>
          <a:p>
            <a:r>
              <a:rPr lang="en-US" dirty="0" err="1"/>
              <a:t>O'zgaruvchini</a:t>
            </a:r>
            <a:r>
              <a:rPr lang="en-US" dirty="0"/>
              <a:t> </a:t>
            </a:r>
            <a:r>
              <a:rPr lang="en-US" dirty="0" err="1"/>
              <a:t>yaratgandan</a:t>
            </a:r>
            <a:r>
              <a:rPr lang="en-US" dirty="0"/>
              <a:t> (</a:t>
            </a:r>
            <a:r>
              <a:rPr lang="en-US" dirty="0" err="1"/>
              <a:t>e'lon</a:t>
            </a:r>
            <a:r>
              <a:rPr lang="en-US" dirty="0"/>
              <a:t> </a:t>
            </a:r>
            <a:r>
              <a:rPr lang="en-US" dirty="0" err="1"/>
              <a:t>qilgandan</a:t>
            </a:r>
            <a:r>
              <a:rPr lang="en-US" dirty="0"/>
              <a:t>)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dasturda</a:t>
            </a:r>
            <a:r>
              <a:rPr lang="en-US" dirty="0"/>
              <a:t>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qiymatini</a:t>
            </a:r>
            <a:r>
              <a:rPr lang="en-US" dirty="0"/>
              <a:t> </a:t>
            </a:r>
            <a:r>
              <a:rPr lang="en-US" dirty="0" err="1"/>
              <a:t>belgilashimiz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o'zgartirishimiz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. </a:t>
            </a:r>
            <a:r>
              <a:rPr lang="en-US" dirty="0" err="1" smtClean="0"/>
              <a:t>Buning</a:t>
            </a:r>
            <a:r>
              <a:rPr lang="en-US" dirty="0" smtClean="0"/>
              <a:t> </a:t>
            </a:r>
            <a:r>
              <a:rPr lang="en-US" dirty="0" err="1" smtClean="0"/>
              <a:t>uchun</a:t>
            </a:r>
            <a:r>
              <a:rPr lang="en-US" dirty="0" smtClean="0"/>
              <a:t> </a:t>
            </a:r>
            <a:r>
              <a:rPr lang="en-US" dirty="0" err="1" smtClean="0"/>
              <a:t>o’zgaruvchining</a:t>
            </a:r>
            <a:r>
              <a:rPr lang="en-US" dirty="0" smtClean="0"/>
              <a:t> </a:t>
            </a:r>
            <a:r>
              <a:rPr lang="en-US" dirty="0" err="1" smtClean="0"/>
              <a:t>nomini</a:t>
            </a:r>
            <a:r>
              <a:rPr lang="en-US" dirty="0" smtClean="0"/>
              <a:t> </a:t>
            </a:r>
            <a:r>
              <a:rPr lang="en-US" dirty="0" err="1" smtClean="0"/>
              <a:t>ishlatib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FF0000"/>
                </a:solidFill>
              </a:rPr>
              <a:t>let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kalit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so’zisiz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ru-RU" dirty="0" smtClean="0"/>
              <a:t>«=»</a:t>
            </a:r>
            <a:r>
              <a:rPr lang="en-US" dirty="0" smtClean="0"/>
              <a:t> </a:t>
            </a:r>
            <a:r>
              <a:rPr lang="en-US" dirty="0" err="1" smtClean="0"/>
              <a:t>belgisidan</a:t>
            </a:r>
            <a:r>
              <a:rPr lang="en-US" dirty="0" smtClean="0"/>
              <a:t> </a:t>
            </a:r>
            <a:r>
              <a:rPr lang="en-US" dirty="0" err="1" smtClean="0"/>
              <a:t>keyn</a:t>
            </a:r>
            <a:r>
              <a:rPr lang="en-US" dirty="0" smtClean="0"/>
              <a:t> </a:t>
            </a:r>
            <a:r>
              <a:rPr lang="en-US" dirty="0" err="1" smtClean="0"/>
              <a:t>yangi</a:t>
            </a:r>
            <a:r>
              <a:rPr lang="en-US" dirty="0" smtClean="0"/>
              <a:t> </a:t>
            </a:r>
            <a:r>
              <a:rPr lang="en-US" dirty="0" err="1" smtClean="0"/>
              <a:t>o’zgaruvchiga</a:t>
            </a:r>
            <a:r>
              <a:rPr lang="en-US" dirty="0" smtClean="0"/>
              <a:t> </a:t>
            </a:r>
            <a:r>
              <a:rPr lang="en-US" dirty="0" err="1" smtClean="0"/>
              <a:t>yangi</a:t>
            </a:r>
            <a:r>
              <a:rPr lang="en-US" dirty="0" smtClean="0"/>
              <a:t> </a:t>
            </a:r>
            <a:r>
              <a:rPr lang="en-US" dirty="0" err="1" smtClean="0"/>
              <a:t>qiymat</a:t>
            </a:r>
            <a:r>
              <a:rPr lang="en-US" dirty="0" smtClean="0"/>
              <a:t> </a:t>
            </a:r>
            <a:r>
              <a:rPr lang="en-US" dirty="0" err="1" smtClean="0"/>
              <a:t>belgilanadi</a:t>
            </a:r>
            <a:r>
              <a:rPr lang="en-US" dirty="0" smtClean="0"/>
              <a:t>. </a:t>
            </a: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46" y="3520924"/>
            <a:ext cx="3827882" cy="256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4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836761"/>
          </a:xfrm>
        </p:spPr>
        <p:txBody>
          <a:bodyPr/>
          <a:lstStyle/>
          <a:p>
            <a:r>
              <a:rPr lang="en-US" b="1" dirty="0" err="1"/>
              <a:t>Ma'lumotlar</a:t>
            </a:r>
            <a:r>
              <a:rPr lang="en-US" b="1" dirty="0"/>
              <a:t> </a:t>
            </a:r>
            <a:r>
              <a:rPr lang="en-US" b="1" dirty="0" err="1"/>
              <a:t>turlari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888521"/>
            <a:ext cx="7869891" cy="5288442"/>
          </a:xfrm>
        </p:spPr>
        <p:txBody>
          <a:bodyPr/>
          <a:lstStyle/>
          <a:p>
            <a:r>
              <a:rPr lang="en-US" dirty="0"/>
              <a:t>JavaScript </a:t>
            </a:r>
            <a:r>
              <a:rPr lang="en-US" dirty="0" err="1"/>
              <a:t>o'zgaruvchi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 smtClean="0"/>
              <a:t>konstantalar</a:t>
            </a:r>
            <a:r>
              <a:rPr lang="en-US" dirty="0" smtClean="0"/>
              <a:t> </a:t>
            </a:r>
            <a:r>
              <a:rPr lang="en-US" dirty="0" err="1" smtClean="0"/>
              <a:t>saqlashi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 </a:t>
            </a:r>
            <a:r>
              <a:rPr lang="en-US" dirty="0" err="1"/>
              <a:t>bo'lgan</a:t>
            </a:r>
            <a:r>
              <a:rPr lang="en-US" dirty="0"/>
              <a:t> </a:t>
            </a:r>
            <a:r>
              <a:rPr lang="en-US" dirty="0" err="1" smtClean="0"/>
              <a:t>ma'lumotlar</a:t>
            </a:r>
            <a:r>
              <a:rPr lang="en-US" dirty="0" smtClean="0"/>
              <a:t> </a:t>
            </a:r>
            <a:r>
              <a:rPr lang="en-US" dirty="0" err="1" smtClean="0"/>
              <a:t>turlari</a:t>
            </a:r>
            <a:r>
              <a:rPr lang="en-US" dirty="0" smtClean="0"/>
              <a:t> bor. </a:t>
            </a:r>
            <a:r>
              <a:rPr lang="en-US" dirty="0" err="1" smtClean="0"/>
              <a:t>Quydagi</a:t>
            </a:r>
            <a:r>
              <a:rPr lang="en-US" dirty="0" smtClean="0"/>
              <a:t> </a:t>
            </a:r>
            <a:r>
              <a:rPr lang="en-US" dirty="0" err="1" smtClean="0"/>
              <a:t>turdagi</a:t>
            </a:r>
            <a:r>
              <a:rPr lang="en-US" dirty="0" smtClean="0"/>
              <a:t> </a:t>
            </a:r>
            <a:r>
              <a:rPr lang="en-US" dirty="0" err="1" smtClean="0"/>
              <a:t>ma’lumotlar</a:t>
            </a:r>
            <a:r>
              <a:rPr lang="en-US" dirty="0" smtClean="0"/>
              <a:t> </a:t>
            </a:r>
            <a:r>
              <a:rPr lang="en-US" dirty="0" err="1" smtClean="0"/>
              <a:t>turlari</a:t>
            </a:r>
            <a:r>
              <a:rPr lang="en-US" dirty="0" smtClean="0"/>
              <a:t> </a:t>
            </a:r>
            <a:r>
              <a:rPr lang="en-US" dirty="0" err="1" smtClean="0"/>
              <a:t>saqlab</a:t>
            </a:r>
            <a:r>
              <a:rPr lang="en-US" dirty="0" smtClean="0"/>
              <a:t> </a:t>
            </a:r>
            <a:r>
              <a:rPr lang="en-US" dirty="0" err="1" smtClean="0"/>
              <a:t>biladi</a:t>
            </a:r>
            <a:r>
              <a:rPr lang="en-US" dirty="0" smtClean="0"/>
              <a:t>:</a:t>
            </a:r>
            <a:endParaRPr lang="ru-RU" dirty="0" smtClean="0"/>
          </a:p>
          <a:p>
            <a:pPr lvl="1"/>
            <a:r>
              <a:rPr lang="en-US" b="1" dirty="0" smtClean="0"/>
              <a:t>Number</a:t>
            </a:r>
            <a:r>
              <a:rPr lang="en-US" dirty="0" smtClean="0"/>
              <a:t> </a:t>
            </a:r>
            <a:r>
              <a:rPr lang="ru-RU" dirty="0" smtClean="0"/>
              <a:t>– </a:t>
            </a:r>
            <a:r>
              <a:rPr lang="en-US" dirty="0" err="1"/>
              <a:t>raqamli</a:t>
            </a:r>
            <a:r>
              <a:rPr lang="en-US" dirty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/>
              <a:t>.</a:t>
            </a:r>
            <a:r>
              <a:rPr lang="ru-RU" dirty="0" smtClean="0"/>
              <a:t>. </a:t>
            </a:r>
            <a:endParaRPr lang="ru-RU" dirty="0"/>
          </a:p>
          <a:p>
            <a:pPr lvl="1"/>
            <a:r>
              <a:rPr lang="en-US" b="1" dirty="0" smtClean="0"/>
              <a:t>String</a:t>
            </a:r>
            <a:r>
              <a:rPr lang="en-US" dirty="0" smtClean="0"/>
              <a:t> – </a:t>
            </a:r>
            <a:r>
              <a:rPr lang="en-US" dirty="0" err="1" smtClean="0"/>
              <a:t>qator</a:t>
            </a:r>
            <a:r>
              <a:rPr lang="en-US" dirty="0" smtClean="0"/>
              <a:t> </a:t>
            </a:r>
            <a:r>
              <a:rPr lang="en-US" dirty="0" err="1" smtClean="0"/>
              <a:t>ma’lumotlar</a:t>
            </a:r>
            <a:r>
              <a:rPr lang="en-US" dirty="0" smtClean="0"/>
              <a:t> </a:t>
            </a:r>
            <a:r>
              <a:rPr lang="en-US" dirty="0" err="1" smtClean="0"/>
              <a:t>turi</a:t>
            </a:r>
            <a:r>
              <a:rPr lang="ru-RU" dirty="0" smtClean="0"/>
              <a:t>.</a:t>
            </a:r>
          </a:p>
          <a:p>
            <a:pPr lvl="1"/>
            <a:r>
              <a:rPr lang="en-US" b="1" dirty="0" smtClean="0"/>
              <a:t>Boolean</a:t>
            </a:r>
            <a:r>
              <a:rPr lang="en-US" dirty="0" smtClean="0"/>
              <a:t> </a:t>
            </a:r>
            <a:r>
              <a:rPr lang="ru-RU" dirty="0" smtClean="0"/>
              <a:t> - </a:t>
            </a:r>
            <a:r>
              <a:rPr lang="en-US" dirty="0" err="1"/>
              <a:t>mantiqiy</a:t>
            </a:r>
            <a:r>
              <a:rPr lang="en-US" dirty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smtClean="0"/>
              <a:t>(true/false)</a:t>
            </a:r>
          </a:p>
          <a:p>
            <a:pPr lvl="1"/>
            <a:r>
              <a:rPr lang="en-US" b="1" dirty="0" smtClean="0"/>
              <a:t>Null</a:t>
            </a:r>
            <a:r>
              <a:rPr lang="en-US" dirty="0" smtClean="0"/>
              <a:t> – </a:t>
            </a:r>
            <a:r>
              <a:rPr lang="en-US" dirty="0" err="1" smtClean="0"/>
              <a:t>qiymati</a:t>
            </a:r>
            <a:r>
              <a:rPr lang="en-US" dirty="0" smtClean="0"/>
              <a:t> </a:t>
            </a:r>
            <a:r>
              <a:rPr lang="en-US" dirty="0" err="1" smtClean="0"/>
              <a:t>yoq</a:t>
            </a:r>
            <a:r>
              <a:rPr lang="ru-RU" dirty="0" smtClean="0"/>
              <a:t>.</a:t>
            </a:r>
          </a:p>
          <a:p>
            <a:pPr lvl="1"/>
            <a:r>
              <a:rPr lang="en-US" b="1" dirty="0" smtClean="0"/>
              <a:t>Undefined</a:t>
            </a:r>
            <a:r>
              <a:rPr lang="en-US" dirty="0" smtClean="0"/>
              <a:t> – </a:t>
            </a:r>
            <a:r>
              <a:rPr lang="en-US" dirty="0" err="1"/>
              <a:t>tayinlangan</a:t>
            </a:r>
            <a:r>
              <a:rPr lang="en-US" dirty="0"/>
              <a:t> </a:t>
            </a:r>
            <a:r>
              <a:rPr lang="en-US" dirty="0" err="1"/>
              <a:t>qiymatga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bo'lmagan</a:t>
            </a:r>
            <a:r>
              <a:rPr lang="en-US" dirty="0"/>
              <a:t> </a:t>
            </a:r>
            <a:r>
              <a:rPr lang="en-US" dirty="0" err="1"/>
              <a:t>o'zgaruvchi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Object</a:t>
            </a:r>
            <a:r>
              <a:rPr lang="en-US" dirty="0" smtClean="0"/>
              <a:t> – </a:t>
            </a:r>
            <a:r>
              <a:rPr lang="en-US" dirty="0" err="1" smtClean="0"/>
              <a:t>ob’ektlar</a:t>
            </a:r>
            <a:r>
              <a:rPr lang="en-US" dirty="0" smtClean="0"/>
              <a:t>.</a:t>
            </a:r>
            <a:endParaRPr lang="ru-RU" dirty="0" smtClean="0"/>
          </a:p>
          <a:p>
            <a:pPr lvl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10955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String </a:t>
            </a:r>
            <a:r>
              <a:rPr lang="en-US" b="1" dirty="0" err="1" smtClean="0"/>
              <a:t>turidagi</a:t>
            </a:r>
            <a:r>
              <a:rPr lang="en-US" b="1" dirty="0" smtClean="0"/>
              <a:t> </a:t>
            </a:r>
            <a:r>
              <a:rPr lang="en-US" b="1" dirty="0" err="1" smtClean="0"/>
              <a:t>ma’lumotlar</a:t>
            </a:r>
            <a:r>
              <a:rPr lang="en-US" b="1" dirty="0" smtClean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1112808"/>
            <a:ext cx="7869891" cy="5064155"/>
          </a:xfrm>
        </p:spPr>
        <p:txBody>
          <a:bodyPr/>
          <a:lstStyle/>
          <a:p>
            <a:r>
              <a:rPr lang="en-US" dirty="0" err="1" smtClean="0"/>
              <a:t>O’zgaruvchanlarga</a:t>
            </a:r>
            <a:r>
              <a:rPr lang="en-US" dirty="0" smtClean="0"/>
              <a:t> string </a:t>
            </a:r>
            <a:r>
              <a:rPr lang="en-US" dirty="0" err="1" smtClean="0"/>
              <a:t>turdagi</a:t>
            </a:r>
            <a:r>
              <a:rPr lang="en-US" dirty="0" smtClean="0"/>
              <a:t> </a:t>
            </a:r>
            <a:r>
              <a:rPr lang="en-US" dirty="0" err="1" smtClean="0"/>
              <a:t>ma’lumotlarni</a:t>
            </a:r>
            <a:r>
              <a:rPr lang="en-US" dirty="0" smtClean="0"/>
              <a:t> </a:t>
            </a:r>
            <a:r>
              <a:rPr lang="en-US" dirty="0" err="1" smtClean="0"/>
              <a:t>belgilash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. </a:t>
            </a:r>
            <a:r>
              <a:rPr lang="en-US" dirty="0" err="1" smtClean="0"/>
              <a:t>Osonroq</a:t>
            </a:r>
            <a:r>
              <a:rPr lang="en-US" dirty="0" smtClean="0"/>
              <a:t> </a:t>
            </a:r>
            <a:r>
              <a:rPr lang="en-US" dirty="0" err="1" smtClean="0"/>
              <a:t>qilib</a:t>
            </a:r>
            <a:r>
              <a:rPr lang="en-US" dirty="0" smtClean="0"/>
              <a:t> </a:t>
            </a:r>
            <a:r>
              <a:rPr lang="en-US" dirty="0" err="1" smtClean="0"/>
              <a:t>aytkanda</a:t>
            </a:r>
            <a:r>
              <a:rPr lang="en-US" dirty="0" smtClean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qanaqadir</a:t>
            </a:r>
            <a:r>
              <a:rPr lang="en-US" dirty="0" smtClean="0"/>
              <a:t> </a:t>
            </a:r>
            <a:r>
              <a:rPr lang="en-US" dirty="0" err="1" smtClean="0"/>
              <a:t>so’z</a:t>
            </a:r>
            <a:r>
              <a:rPr lang="en-US" dirty="0" smtClean="0"/>
              <a:t> </a:t>
            </a:r>
            <a:r>
              <a:rPr lang="en-US" dirty="0" err="1" smtClean="0"/>
              <a:t>yoki</a:t>
            </a:r>
            <a:r>
              <a:rPr lang="en-US" dirty="0" smtClean="0"/>
              <a:t> text </a:t>
            </a:r>
            <a:r>
              <a:rPr lang="en-US" dirty="0" err="1" smtClean="0"/>
              <a:t>bo’lgan</a:t>
            </a:r>
            <a:r>
              <a:rPr lang="en-US" dirty="0" smtClean="0"/>
              <a:t> </a:t>
            </a:r>
            <a:r>
              <a:rPr lang="en-US" dirty="0" err="1" smtClean="0"/>
              <a:t>ma’lumorlar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Buning</a:t>
            </a:r>
            <a:r>
              <a:rPr lang="en-US" dirty="0" smtClean="0"/>
              <a:t> </a:t>
            </a:r>
            <a:r>
              <a:rPr lang="en-US" dirty="0" err="1" smtClean="0"/>
              <a:t>uchun</a:t>
            </a:r>
            <a:r>
              <a:rPr lang="en-US" dirty="0" smtClean="0"/>
              <a:t> </a:t>
            </a:r>
            <a:r>
              <a:rPr lang="ru-RU" dirty="0" smtClean="0"/>
              <a:t>«=» </a:t>
            </a:r>
            <a:r>
              <a:rPr lang="en-US" dirty="0" err="1" smtClean="0"/>
              <a:t>belgisidan</a:t>
            </a:r>
            <a:r>
              <a:rPr lang="en-US" dirty="0" smtClean="0"/>
              <a:t> </a:t>
            </a:r>
            <a:r>
              <a:rPr lang="en-US" dirty="0" err="1" smtClean="0"/>
              <a:t>keyn</a:t>
            </a:r>
            <a:r>
              <a:rPr lang="en-US" dirty="0" smtClean="0"/>
              <a:t> </a:t>
            </a:r>
            <a:r>
              <a:rPr lang="en-US" dirty="0" err="1" smtClean="0"/>
              <a:t>qoshtirnoq</a:t>
            </a:r>
            <a:r>
              <a:rPr lang="en-US" dirty="0" smtClean="0"/>
              <a:t> (‘’, “”, ``) </a:t>
            </a:r>
            <a:r>
              <a:rPr lang="en-US" dirty="0" err="1" smtClean="0"/>
              <a:t>ichida</a:t>
            </a:r>
            <a:r>
              <a:rPr lang="en-US" dirty="0" smtClean="0"/>
              <a:t> </a:t>
            </a:r>
            <a:r>
              <a:rPr lang="en-US" dirty="0" err="1" smtClean="0"/>
              <a:t>uning</a:t>
            </a:r>
            <a:r>
              <a:rPr lang="en-US" dirty="0" smtClean="0"/>
              <a:t> </a:t>
            </a:r>
            <a:r>
              <a:rPr lang="en-US" dirty="0" err="1" smtClean="0"/>
              <a:t>qiymatini</a:t>
            </a:r>
            <a:r>
              <a:rPr lang="en-US" dirty="0" smtClean="0"/>
              <a:t> </a:t>
            </a:r>
            <a:r>
              <a:rPr lang="en-US" dirty="0" err="1" smtClean="0"/>
              <a:t>beramiz</a:t>
            </a:r>
            <a:r>
              <a:rPr lang="en-US" dirty="0" smtClean="0"/>
              <a:t>. </a:t>
            </a:r>
            <a:r>
              <a:rPr lang="en-US" dirty="0" err="1" smtClean="0"/>
              <a:t>Masalan</a:t>
            </a:r>
            <a:r>
              <a:rPr lang="en-US" dirty="0" smtClean="0"/>
              <a:t>: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78" y="3419476"/>
            <a:ext cx="7403609" cy="189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31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529" y="1"/>
            <a:ext cx="8816196" cy="1337732"/>
          </a:xfrm>
        </p:spPr>
        <p:txBody>
          <a:bodyPr/>
          <a:lstStyle/>
          <a:p>
            <a:r>
              <a:rPr lang="en-US" b="1" dirty="0" smtClean="0"/>
              <a:t>string </a:t>
            </a:r>
            <a:r>
              <a:rPr lang="en-US" b="1" dirty="0" err="1" smtClean="0"/>
              <a:t>turdagi</a:t>
            </a:r>
            <a:r>
              <a:rPr lang="en-US" b="1" dirty="0" smtClean="0"/>
              <a:t> </a:t>
            </a:r>
            <a:r>
              <a:rPr lang="en-US" b="1" dirty="0" err="1" smtClean="0"/>
              <a:t>qiymat</a:t>
            </a:r>
            <a:r>
              <a:rPr lang="en-US" b="1" dirty="0" smtClean="0"/>
              <a:t> number </a:t>
            </a:r>
            <a:r>
              <a:rPr lang="en-US" b="1" dirty="0" err="1" smtClean="0"/>
              <a:t>ga</a:t>
            </a:r>
            <a:r>
              <a:rPr lang="en-US" b="1" dirty="0" smtClean="0"/>
              <a:t> </a:t>
            </a:r>
            <a:r>
              <a:rPr lang="en-US" b="1" dirty="0" err="1" smtClean="0"/>
              <a:t>teng</a:t>
            </a:r>
            <a:r>
              <a:rPr lang="en-US" b="1" dirty="0" smtClean="0"/>
              <a:t> </a:t>
            </a:r>
            <a:r>
              <a:rPr lang="en-US" b="1" dirty="0" err="1" smtClean="0"/>
              <a:t>emas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9580" y="1457102"/>
            <a:ext cx="7869891" cy="4711234"/>
          </a:xfrm>
        </p:spPr>
        <p:txBody>
          <a:bodyPr/>
          <a:lstStyle/>
          <a:p>
            <a:r>
              <a:rPr lang="en-US" dirty="0"/>
              <a:t>Agar </a:t>
            </a:r>
            <a:r>
              <a:rPr lang="en-US" dirty="0" err="1" smtClean="0"/>
              <a:t>qo’sh</a:t>
            </a:r>
            <a:r>
              <a:rPr lang="ru-RU" dirty="0" smtClean="0"/>
              <a:t> </a:t>
            </a:r>
            <a:r>
              <a:rPr lang="en-US" dirty="0" err="1" smtClean="0"/>
              <a:t>tirnoq</a:t>
            </a:r>
            <a:r>
              <a:rPr lang="en-US" dirty="0" smtClean="0"/>
              <a:t> </a:t>
            </a:r>
            <a:r>
              <a:rPr lang="en-US" dirty="0" err="1"/>
              <a:t>ichida</a:t>
            </a:r>
            <a:r>
              <a:rPr lang="en-US" dirty="0"/>
              <a:t> 24 </a:t>
            </a:r>
            <a:r>
              <a:rPr lang="en-US" dirty="0" err="1"/>
              <a:t>raqamini</a:t>
            </a:r>
            <a:r>
              <a:rPr lang="en-US" dirty="0"/>
              <a:t> </a:t>
            </a:r>
            <a:r>
              <a:rPr lang="en-US" dirty="0" err="1" smtClean="0"/>
              <a:t>belgilasak</a:t>
            </a:r>
            <a:r>
              <a:rPr lang="en-US" dirty="0" smtClean="0"/>
              <a:t>.</a:t>
            </a:r>
            <a:endParaRPr lang="ru-RU" dirty="0"/>
          </a:p>
          <a:p>
            <a:endParaRPr lang="en-US" dirty="0" smtClean="0"/>
          </a:p>
          <a:p>
            <a:endParaRPr lang="ru-RU" dirty="0" smtClean="0"/>
          </a:p>
          <a:p>
            <a:r>
              <a:rPr lang="en-US" dirty="0" err="1" smtClean="0"/>
              <a:t>Dastur</a:t>
            </a:r>
            <a:r>
              <a:rPr lang="en-US" dirty="0" smtClean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raqam</a:t>
            </a:r>
            <a:r>
              <a:rPr lang="en-US" dirty="0"/>
              <a:t> deb </a:t>
            </a:r>
            <a:r>
              <a:rPr lang="en-US" dirty="0" err="1"/>
              <a:t>hisoblamaydi</a:t>
            </a:r>
            <a:r>
              <a:rPr lang="en-US" dirty="0"/>
              <a:t>, </a:t>
            </a:r>
            <a:r>
              <a:rPr lang="en-US" dirty="0" err="1"/>
              <a:t>balki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so'z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satr</a:t>
            </a:r>
            <a:r>
              <a:rPr lang="en-US" dirty="0"/>
              <a:t> deb </a:t>
            </a:r>
            <a:r>
              <a:rPr lang="en-US" dirty="0" err="1"/>
              <a:t>hisoblaydi</a:t>
            </a:r>
            <a:r>
              <a:rPr lang="en-US" dirty="0" smtClean="0"/>
              <a:t>.</a:t>
            </a:r>
          </a:p>
          <a:p>
            <a:r>
              <a:rPr lang="en-US" dirty="0" err="1"/>
              <a:t>Shuning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:</a:t>
            </a:r>
            <a:endParaRPr lang="en-US" dirty="0"/>
          </a:p>
          <a:p>
            <a:endParaRPr lang="ru-RU" dirty="0" smtClean="0"/>
          </a:p>
          <a:p>
            <a:r>
              <a:rPr lang="en-US" dirty="0" smtClean="0"/>
              <a:t>Bu </a:t>
            </a:r>
            <a:r>
              <a:rPr lang="en-US" dirty="0" err="1" smtClean="0"/>
              <a:t>bilan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xil</a:t>
            </a:r>
            <a:r>
              <a:rPr lang="en-US" dirty="0" smtClean="0"/>
              <a:t> </a:t>
            </a:r>
            <a:r>
              <a:rPr lang="en-US" dirty="0" err="1" smtClean="0"/>
              <a:t>emas</a:t>
            </a:r>
            <a:r>
              <a:rPr lang="en-US" dirty="0" smtClean="0"/>
              <a:t>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218" y="1866002"/>
            <a:ext cx="4840223" cy="7132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275" y="4105904"/>
            <a:ext cx="4926325" cy="75939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143" y="5443088"/>
            <a:ext cx="4840223" cy="71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64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14399"/>
          </a:xfrm>
        </p:spPr>
        <p:txBody>
          <a:bodyPr/>
          <a:lstStyle/>
          <a:p>
            <a:r>
              <a:rPr lang="en-US" b="1" dirty="0" err="1" smtClean="0"/>
              <a:t>Qiymatni</a:t>
            </a:r>
            <a:r>
              <a:rPr lang="en-US" b="1" dirty="0" smtClean="0"/>
              <a:t> </a:t>
            </a:r>
            <a:r>
              <a:rPr lang="en-US" b="1" dirty="0" err="1" smtClean="0"/>
              <a:t>ekranga</a:t>
            </a:r>
            <a:r>
              <a:rPr lang="en-US" b="1" dirty="0" smtClean="0"/>
              <a:t> </a:t>
            </a:r>
            <a:r>
              <a:rPr lang="en-US" b="1" dirty="0" err="1" smtClean="0"/>
              <a:t>chiqarish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1017917"/>
            <a:ext cx="7869891" cy="5159046"/>
          </a:xfrm>
        </p:spPr>
        <p:txBody>
          <a:bodyPr/>
          <a:lstStyle/>
          <a:p>
            <a:r>
              <a:rPr lang="en-US" dirty="0" err="1"/>
              <a:t>O'zgaruvchining</a:t>
            </a:r>
            <a:r>
              <a:rPr lang="en-US" dirty="0"/>
              <a:t> </a:t>
            </a:r>
            <a:r>
              <a:rPr lang="en-US" dirty="0" err="1"/>
              <a:t>qiymatini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ko'rsatish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funktsiyadan</a:t>
            </a:r>
            <a:r>
              <a:rPr lang="en-US" dirty="0"/>
              <a:t> </a:t>
            </a:r>
            <a:r>
              <a:rPr lang="en-US" dirty="0" err="1"/>
              <a:t>foydalanishingiz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console.log();</a:t>
            </a:r>
            <a:r>
              <a:rPr lang="ru-RU" dirty="0" smtClean="0"/>
              <a:t>  		-</a:t>
            </a:r>
            <a:r>
              <a:rPr lang="en-US" dirty="0" smtClean="0"/>
              <a:t> </a:t>
            </a:r>
            <a:r>
              <a:rPr lang="en-US" dirty="0" err="1" smtClean="0"/>
              <a:t>konsolga</a:t>
            </a:r>
            <a:r>
              <a:rPr lang="en-US" dirty="0" smtClean="0"/>
              <a:t> </a:t>
            </a:r>
            <a:r>
              <a:rPr lang="en-US" dirty="0" err="1" smtClean="0"/>
              <a:t>chiqarish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alert();</a:t>
            </a:r>
            <a:r>
              <a:rPr lang="ru-RU" dirty="0" smtClean="0"/>
              <a:t>			- </a:t>
            </a:r>
            <a:r>
              <a:rPr lang="en-US" dirty="0" smtClean="0"/>
              <a:t>dialog </a:t>
            </a:r>
            <a:r>
              <a:rPr lang="en-US" dirty="0" err="1" smtClean="0"/>
              <a:t>o’ynaga</a:t>
            </a:r>
            <a:r>
              <a:rPr lang="en-US" dirty="0" smtClean="0"/>
              <a:t> </a:t>
            </a:r>
            <a:r>
              <a:rPr lang="en-US" dirty="0" err="1" smtClean="0"/>
              <a:t>chiqarish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document.write</a:t>
            </a:r>
            <a:r>
              <a:rPr lang="en-US" dirty="0" smtClean="0"/>
              <a:t>();</a:t>
            </a:r>
            <a:r>
              <a:rPr lang="ru-RU" dirty="0" smtClean="0"/>
              <a:t> 	- </a:t>
            </a:r>
            <a:r>
              <a:rPr lang="en-US" dirty="0" smtClean="0"/>
              <a:t>html </a:t>
            </a:r>
            <a:r>
              <a:rPr lang="en-US" dirty="0" err="1" smtClean="0"/>
              <a:t>dokumentga</a:t>
            </a:r>
            <a:r>
              <a:rPr lang="en-US" dirty="0" smtClean="0"/>
              <a:t> </a:t>
            </a:r>
            <a:r>
              <a:rPr lang="en-US" dirty="0" err="1" smtClean="0"/>
              <a:t>chiqarish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Yuqorida</a:t>
            </a:r>
            <a:r>
              <a:rPr lang="en-US" dirty="0"/>
              <a:t> </a:t>
            </a:r>
            <a:r>
              <a:rPr lang="en-US" dirty="0" err="1"/>
              <a:t>sanab</a:t>
            </a:r>
            <a:r>
              <a:rPr lang="en-US" dirty="0"/>
              <a:t> </a:t>
            </a:r>
            <a:r>
              <a:rPr lang="en-US" dirty="0" err="1"/>
              <a:t>o'tilgan</a:t>
            </a:r>
            <a:r>
              <a:rPr lang="en-US" dirty="0"/>
              <a:t> </a:t>
            </a:r>
            <a:r>
              <a:rPr lang="en-US" dirty="0" err="1"/>
              <a:t>funksiyalardan</a:t>
            </a:r>
            <a:r>
              <a:rPr lang="en-US" dirty="0"/>
              <a:t> </a:t>
            </a:r>
            <a:r>
              <a:rPr lang="en-US" dirty="0" err="1"/>
              <a:t>birida</a:t>
            </a:r>
            <a:r>
              <a:rPr lang="en-US" dirty="0"/>
              <a:t> </a:t>
            </a:r>
            <a:r>
              <a:rPr lang="en-US" dirty="0" err="1"/>
              <a:t>qavslar</a:t>
            </a:r>
            <a:r>
              <a:rPr lang="en-US" dirty="0"/>
              <a:t> </a:t>
            </a:r>
            <a:r>
              <a:rPr lang="en-US" dirty="0" err="1"/>
              <a:t>ichida</a:t>
            </a:r>
            <a:r>
              <a:rPr lang="en-US" dirty="0"/>
              <a:t> () </a:t>
            </a:r>
            <a:r>
              <a:rPr lang="en-US" dirty="0" err="1"/>
              <a:t>ko'rsatmoqchi</a:t>
            </a:r>
            <a:r>
              <a:rPr lang="en-US" dirty="0"/>
              <a:t> </a:t>
            </a:r>
            <a:r>
              <a:rPr lang="en-US" dirty="0" err="1"/>
              <a:t>bo'lgan</a:t>
            </a:r>
            <a:r>
              <a:rPr lang="en-US" dirty="0"/>
              <a:t> </a:t>
            </a:r>
            <a:r>
              <a:rPr lang="en-US" dirty="0" err="1"/>
              <a:t>o'zgaruvchining</a:t>
            </a:r>
            <a:r>
              <a:rPr lang="en-US" dirty="0"/>
              <a:t> </a:t>
            </a:r>
            <a:r>
              <a:rPr lang="en-US" dirty="0" err="1"/>
              <a:t>nomi</a:t>
            </a:r>
            <a:r>
              <a:rPr lang="en-US" dirty="0"/>
              <a:t> </a:t>
            </a:r>
            <a:r>
              <a:rPr lang="en-US" dirty="0" err="1" smtClean="0"/>
              <a:t>beriladi</a:t>
            </a:r>
            <a:r>
              <a:rPr lang="en-US" dirty="0" smtClean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714" y="4304940"/>
            <a:ext cx="4522218" cy="220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91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793629"/>
          </a:xfrm>
        </p:spPr>
        <p:txBody>
          <a:bodyPr/>
          <a:lstStyle/>
          <a:p>
            <a:r>
              <a:rPr lang="en-US" b="1" dirty="0" err="1" smtClean="0"/>
              <a:t>Konstantalar</a:t>
            </a:r>
            <a:r>
              <a:rPr lang="ru-RU" b="1" dirty="0" smtClean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828136"/>
            <a:ext cx="7869891" cy="5348827"/>
          </a:xfrm>
        </p:spPr>
        <p:txBody>
          <a:bodyPr/>
          <a:lstStyle/>
          <a:p>
            <a:r>
              <a:rPr lang="en-US" dirty="0"/>
              <a:t>JavaScript-</a:t>
            </a:r>
            <a:r>
              <a:rPr lang="en-US" dirty="0" err="1"/>
              <a:t>dagi</a:t>
            </a:r>
            <a:r>
              <a:rPr lang="en-US" dirty="0"/>
              <a:t> </a:t>
            </a:r>
            <a:r>
              <a:rPr lang="en-US" dirty="0" err="1"/>
              <a:t>konstantalar</a:t>
            </a:r>
            <a:r>
              <a:rPr lang="en-US" dirty="0"/>
              <a:t>, </a:t>
            </a:r>
            <a:r>
              <a:rPr lang="en-US" dirty="0" err="1"/>
              <a:t>o'zgaruvchilardan</a:t>
            </a:r>
            <a:r>
              <a:rPr lang="en-US" dirty="0"/>
              <a:t> </a:t>
            </a:r>
            <a:r>
              <a:rPr lang="en-US" dirty="0" err="1"/>
              <a:t>farqli</a:t>
            </a:r>
            <a:r>
              <a:rPr lang="en-US" dirty="0"/>
              <a:t> </a:t>
            </a:r>
            <a:r>
              <a:rPr lang="en-US" dirty="0" err="1"/>
              <a:t>o'laroq</a:t>
            </a:r>
            <a:r>
              <a:rPr lang="en-US" dirty="0"/>
              <a:t>, </a:t>
            </a:r>
            <a:r>
              <a:rPr lang="en-US" dirty="0" err="1"/>
              <a:t>o'zgarmasdir</a:t>
            </a:r>
            <a:r>
              <a:rPr lang="en-US" dirty="0"/>
              <a:t>.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kalit</a:t>
            </a:r>
            <a:r>
              <a:rPr lang="en-US" dirty="0"/>
              <a:t> </a:t>
            </a:r>
            <a:r>
              <a:rPr lang="en-US" dirty="0" err="1"/>
              <a:t>so'zi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e'lon</a:t>
            </a:r>
            <a:r>
              <a:rPr lang="en-US" dirty="0"/>
              <a:t> </a:t>
            </a:r>
            <a:r>
              <a:rPr lang="en-US" dirty="0" err="1"/>
              <a:t>qilinadi</a:t>
            </a:r>
            <a:r>
              <a:rPr lang="en-US" dirty="0"/>
              <a:t>,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 smtClean="0"/>
              <a:t>konstantani</a:t>
            </a:r>
            <a:r>
              <a:rPr lang="en-US" dirty="0" smtClean="0"/>
              <a:t> </a:t>
            </a:r>
            <a:r>
              <a:rPr lang="en-US" dirty="0" err="1"/>
              <a:t>nomi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beriladi</a:t>
            </a:r>
            <a:r>
              <a:rPr lang="en-US" dirty="0" smtClean="0"/>
              <a:t>.</a:t>
            </a:r>
          </a:p>
          <a:p>
            <a:r>
              <a:rPr lang="en-US" dirty="0"/>
              <a:t>Agar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doimiyga</a:t>
            </a:r>
            <a:r>
              <a:rPr lang="en-US" dirty="0"/>
              <a:t> </a:t>
            </a:r>
            <a:r>
              <a:rPr lang="en-US" dirty="0" err="1"/>
              <a:t>tayinlangan</a:t>
            </a:r>
            <a:r>
              <a:rPr lang="en-US" dirty="0"/>
              <a:t> </a:t>
            </a:r>
            <a:r>
              <a:rPr lang="en-US" dirty="0" err="1"/>
              <a:t>bo'lsa</a:t>
            </a:r>
            <a:r>
              <a:rPr lang="en-US" dirty="0"/>
              <a:t>,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o'zgartirib</a:t>
            </a:r>
            <a:r>
              <a:rPr lang="en-US" dirty="0"/>
              <a:t> </a:t>
            </a:r>
            <a:r>
              <a:rPr lang="en-US" dirty="0" err="1"/>
              <a:t>bo'lmaydi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21" y="3591824"/>
            <a:ext cx="4667249" cy="132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87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750497"/>
          </a:xfrm>
        </p:spPr>
        <p:txBody>
          <a:bodyPr/>
          <a:lstStyle/>
          <a:p>
            <a:r>
              <a:rPr lang="en-US" b="1" dirty="0" smtClean="0"/>
              <a:t>Boolean </a:t>
            </a:r>
            <a:r>
              <a:rPr lang="en-US" b="1" dirty="0" err="1" smtClean="0"/>
              <a:t>ma’lumotlar</a:t>
            </a:r>
            <a:r>
              <a:rPr lang="en-US" b="1" dirty="0" smtClean="0"/>
              <a:t> </a:t>
            </a:r>
            <a:r>
              <a:rPr lang="en-US" b="1" dirty="0" err="1" smtClean="0"/>
              <a:t>turi</a:t>
            </a:r>
            <a:r>
              <a:rPr lang="en-US" b="1" dirty="0" smtClean="0"/>
              <a:t>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7419" y="741872"/>
            <a:ext cx="8643668" cy="5943600"/>
          </a:xfrm>
        </p:spPr>
        <p:txBody>
          <a:bodyPr/>
          <a:lstStyle/>
          <a:p>
            <a:r>
              <a:rPr lang="en-US" dirty="0" err="1" smtClean="0"/>
              <a:t>Mantiqiy</a:t>
            </a:r>
            <a:r>
              <a:rPr lang="en-US" dirty="0" smtClean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ikkita</a:t>
            </a:r>
            <a:r>
              <a:rPr lang="en-US" dirty="0"/>
              <a:t> </a:t>
            </a:r>
            <a:r>
              <a:rPr lang="en-US" dirty="0" err="1"/>
              <a:t>qiymatdan</a:t>
            </a:r>
            <a:r>
              <a:rPr lang="en-US" dirty="0"/>
              <a:t>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saqlashi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true</a:t>
            </a:r>
            <a:endParaRPr lang="en-US" dirty="0"/>
          </a:p>
          <a:p>
            <a:pPr lvl="1"/>
            <a:r>
              <a:rPr lang="en-US" dirty="0" smtClean="0"/>
              <a:t>false</a:t>
            </a:r>
          </a:p>
          <a:p>
            <a:r>
              <a:rPr lang="en-US" dirty="0" err="1"/>
              <a:t>Masalan</a:t>
            </a:r>
            <a:r>
              <a:rPr lang="en-US" dirty="0"/>
              <a:t>:</a:t>
            </a:r>
            <a:endParaRPr lang="ru-RU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r>
              <a:rPr lang="en-US" sz="2000" dirty="0" err="1" smtClean="0"/>
              <a:t>goodBoy</a:t>
            </a:r>
            <a:r>
              <a:rPr lang="en-US" sz="2000" dirty="0" smtClean="0"/>
              <a:t> – </a:t>
            </a:r>
            <a:r>
              <a:rPr lang="en-US" sz="2000" dirty="0" err="1" smtClean="0"/>
              <a:t>bu</a:t>
            </a:r>
            <a:r>
              <a:rPr lang="en-US" sz="2000" dirty="0" smtClean="0"/>
              <a:t> </a:t>
            </a:r>
            <a:r>
              <a:rPr lang="en-US" sz="2000" dirty="0" err="1"/>
              <a:t>uning</a:t>
            </a:r>
            <a:r>
              <a:rPr lang="en-US" sz="2000" dirty="0"/>
              <a:t> </a:t>
            </a:r>
            <a:r>
              <a:rPr lang="en-US" sz="2000" dirty="0" err="1"/>
              <a:t>yaxshi</a:t>
            </a:r>
            <a:r>
              <a:rPr lang="en-US" sz="2000" dirty="0"/>
              <a:t> bola </a:t>
            </a:r>
            <a:r>
              <a:rPr lang="en-US" sz="2000" dirty="0" err="1"/>
              <a:t>ekanligiga</a:t>
            </a:r>
            <a:r>
              <a:rPr lang="en-US" sz="2000" dirty="0"/>
              <a:t> </a:t>
            </a:r>
            <a:r>
              <a:rPr lang="en-US" sz="2000" dirty="0" err="1"/>
              <a:t>mas'ul</a:t>
            </a:r>
            <a:r>
              <a:rPr lang="en-US" sz="2000" dirty="0"/>
              <a:t> </a:t>
            </a:r>
            <a:r>
              <a:rPr lang="en-US" sz="2000" dirty="0" err="1"/>
              <a:t>bo'lgan</a:t>
            </a:r>
            <a:r>
              <a:rPr lang="en-US" sz="2000" dirty="0"/>
              <a:t> </a:t>
            </a:r>
            <a:r>
              <a:rPr lang="en-US" sz="2000" dirty="0" err="1"/>
              <a:t>o'zgaruvchidir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badHabits</a:t>
            </a:r>
            <a:r>
              <a:rPr lang="en-US" sz="2000" dirty="0" smtClean="0"/>
              <a:t> – </a:t>
            </a:r>
            <a:r>
              <a:rPr lang="en-US" sz="2000" dirty="0" err="1" smtClean="0"/>
              <a:t>bu</a:t>
            </a:r>
            <a:r>
              <a:rPr lang="en-US" sz="2000" dirty="0" smtClean="0"/>
              <a:t> </a:t>
            </a:r>
            <a:r>
              <a:rPr lang="en-US" sz="2000" dirty="0" err="1"/>
              <a:t>Bobning</a:t>
            </a:r>
            <a:r>
              <a:rPr lang="en-US" sz="2000" dirty="0"/>
              <a:t> </a:t>
            </a:r>
            <a:r>
              <a:rPr lang="en-US" sz="2000" dirty="0" err="1"/>
              <a:t>yomon</a:t>
            </a:r>
            <a:r>
              <a:rPr lang="en-US" sz="2000" dirty="0"/>
              <a:t> </a:t>
            </a:r>
            <a:r>
              <a:rPr lang="en-US" sz="2000" dirty="0" err="1"/>
              <a:t>odatlari</a:t>
            </a:r>
            <a:r>
              <a:rPr lang="en-US" sz="2000" dirty="0"/>
              <a:t> </a:t>
            </a:r>
            <a:r>
              <a:rPr lang="en-US" sz="2000" dirty="0" err="1"/>
              <a:t>bor-yo'qligi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mas'ul</a:t>
            </a:r>
            <a:r>
              <a:rPr lang="en-US" sz="2000" dirty="0"/>
              <a:t> </a:t>
            </a:r>
            <a:r>
              <a:rPr lang="en-US" sz="2000" dirty="0" err="1"/>
              <a:t>bo'lgan</a:t>
            </a:r>
            <a:r>
              <a:rPr lang="en-US" sz="2000" dirty="0"/>
              <a:t> </a:t>
            </a:r>
            <a:r>
              <a:rPr lang="en-US" sz="2000" dirty="0" err="1"/>
              <a:t>o'zgaruvchidir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isProgrammer</a:t>
            </a:r>
            <a:r>
              <a:rPr lang="en-US" sz="2000" dirty="0" smtClean="0"/>
              <a:t> – </a:t>
            </a:r>
            <a:r>
              <a:rPr lang="en-US" sz="2000" dirty="0" err="1"/>
              <a:t>Bobning</a:t>
            </a:r>
            <a:r>
              <a:rPr lang="en-US" sz="2000" dirty="0"/>
              <a:t> </a:t>
            </a:r>
            <a:r>
              <a:rPr lang="en-US" sz="2000" dirty="0" err="1"/>
              <a:t>dasturchi</a:t>
            </a:r>
            <a:r>
              <a:rPr lang="en-US" sz="2000" dirty="0"/>
              <a:t> </a:t>
            </a:r>
            <a:r>
              <a:rPr lang="en-US" sz="2000" dirty="0" err="1"/>
              <a:t>ekanligi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mas'ul</a:t>
            </a:r>
            <a:r>
              <a:rPr lang="en-US" sz="2000" dirty="0"/>
              <a:t> </a:t>
            </a:r>
            <a:r>
              <a:rPr lang="en-US" sz="2000" dirty="0" err="1"/>
              <a:t>bo'lgan</a:t>
            </a:r>
            <a:r>
              <a:rPr lang="en-US" sz="2000" dirty="0"/>
              <a:t> </a:t>
            </a:r>
            <a:r>
              <a:rPr lang="en-US" sz="2000" dirty="0" err="1"/>
              <a:t>o'zgaruvchimi</a:t>
            </a:r>
            <a:r>
              <a:rPr lang="en-US" sz="2000" dirty="0"/>
              <a:t>?</a:t>
            </a:r>
            <a:endParaRPr lang="ru-RU" sz="20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063" y="1899878"/>
            <a:ext cx="5383449" cy="184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7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888520"/>
          </a:xfrm>
        </p:spPr>
        <p:txBody>
          <a:bodyPr/>
          <a:lstStyle/>
          <a:p>
            <a:r>
              <a:rPr lang="en-US" dirty="0" err="1" smtClean="0"/>
              <a:t>Uyga</a:t>
            </a:r>
            <a:r>
              <a:rPr lang="en-US" dirty="0" smtClean="0"/>
              <a:t> </a:t>
            </a:r>
            <a:r>
              <a:rPr lang="en-US" dirty="0" err="1" smtClean="0"/>
              <a:t>topshiriq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59" y="1465729"/>
            <a:ext cx="8132781" cy="4804442"/>
          </a:xfrm>
        </p:spPr>
        <p:txBody>
          <a:bodyPr/>
          <a:lstStyle/>
          <a:p>
            <a:r>
              <a:rPr lang="ru-RU" dirty="0" smtClean="0"/>
              <a:t>1. </a:t>
            </a:r>
            <a:r>
              <a:rPr lang="en-US" dirty="0" err="1"/>
              <a:t>Uch</a:t>
            </a:r>
            <a:r>
              <a:rPr lang="en-US" dirty="0"/>
              <a:t> </a:t>
            </a:r>
            <a:r>
              <a:rPr lang="en-US" dirty="0" err="1"/>
              <a:t>turdagi</a:t>
            </a:r>
            <a:r>
              <a:rPr lang="en-US" dirty="0"/>
              <a:t> </a:t>
            </a:r>
            <a:r>
              <a:rPr lang="en-US" dirty="0" err="1"/>
              <a:t>o'zgaruvchilar</a:t>
            </a:r>
            <a:r>
              <a:rPr lang="en-US" dirty="0"/>
              <a:t> </a:t>
            </a:r>
            <a:r>
              <a:rPr lang="en-US" dirty="0" err="1"/>
              <a:t>yarating</a:t>
            </a:r>
            <a:r>
              <a:rPr lang="en-US" dirty="0"/>
              <a:t>: Number, String, Boolean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, dialog </a:t>
            </a:r>
            <a:r>
              <a:rPr lang="en-US" dirty="0" err="1"/>
              <a:t>oynasida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konsolda</a:t>
            </a:r>
            <a:r>
              <a:rPr lang="en-US" dirty="0"/>
              <a:t> </a:t>
            </a:r>
            <a:r>
              <a:rPr lang="en-US" dirty="0" err="1"/>
              <a:t>ko'rsating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3. </a:t>
            </a:r>
            <a:r>
              <a:rPr lang="en-US" dirty="0" err="1"/>
              <a:t>O'zgaruvchining</a:t>
            </a:r>
            <a:r>
              <a:rPr lang="en-US" dirty="0"/>
              <a:t> </a:t>
            </a:r>
            <a:r>
              <a:rPr lang="en-US" dirty="0" err="1"/>
              <a:t>qiymatlarini</a:t>
            </a:r>
            <a:r>
              <a:rPr lang="en-US" dirty="0"/>
              <a:t> </a:t>
            </a:r>
            <a:r>
              <a:rPr lang="en-US" dirty="0" err="1"/>
              <a:t>o'zgartiring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ekranga</a:t>
            </a:r>
            <a:r>
              <a:rPr lang="en-US" dirty="0"/>
              <a:t>, dialog </a:t>
            </a:r>
            <a:r>
              <a:rPr lang="en-US" dirty="0" err="1"/>
              <a:t>oynasiga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konsolga</a:t>
            </a:r>
            <a:r>
              <a:rPr lang="en-US" dirty="0"/>
              <a:t> </a:t>
            </a:r>
            <a:r>
              <a:rPr lang="en-US" dirty="0" err="1" smtClean="0"/>
              <a:t>ko’rstaing</a:t>
            </a:r>
            <a:r>
              <a:rPr lang="en-US" dirty="0" smtClean="0"/>
              <a:t> </a:t>
            </a:r>
            <a:r>
              <a:rPr lang="en-US" dirty="0" err="1"/>
              <a:t>eting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4. </a:t>
            </a:r>
            <a:r>
              <a:rPr lang="en-US" dirty="0" err="1"/>
              <a:t>Konstantalarni</a:t>
            </a:r>
            <a:r>
              <a:rPr lang="en-US" dirty="0"/>
              <a:t> </a:t>
            </a:r>
            <a:r>
              <a:rPr lang="en-US" dirty="0" err="1"/>
              <a:t>yarating</a:t>
            </a:r>
            <a:r>
              <a:rPr lang="en-US" dirty="0" smtClean="0"/>
              <a:t>.</a:t>
            </a:r>
          </a:p>
          <a:p>
            <a:r>
              <a:rPr lang="ru-RU" dirty="0" smtClean="0"/>
              <a:t>5. </a:t>
            </a:r>
            <a:r>
              <a:rPr lang="en-US" dirty="0" err="1" smtClean="0"/>
              <a:t>Tashqi</a:t>
            </a:r>
            <a:r>
              <a:rPr lang="en-US" dirty="0" smtClean="0"/>
              <a:t> </a:t>
            </a:r>
            <a:r>
              <a:rPr lang="en-US" dirty="0"/>
              <a:t>JS </a:t>
            </a:r>
            <a:r>
              <a:rPr lang="en-US" dirty="0" err="1"/>
              <a:t>faylini</a:t>
            </a:r>
            <a:r>
              <a:rPr lang="en-US" dirty="0"/>
              <a:t> </a:t>
            </a:r>
            <a:r>
              <a:rPr lang="en-US" dirty="0" err="1"/>
              <a:t>qo'shing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amalni</a:t>
            </a:r>
            <a:r>
              <a:rPr lang="en-US" dirty="0"/>
              <a:t> </a:t>
            </a:r>
            <a:r>
              <a:rPr lang="en-US" dirty="0" err="1"/>
              <a:t>takrorlang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294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639</TotalTime>
  <Words>1116</Words>
  <Application>Microsoft Office PowerPoint</Application>
  <PresentationFormat>Экран (4:3)</PresentationFormat>
  <Paragraphs>145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JavaScript</vt:lpstr>
      <vt:lpstr>Dars rejasi:</vt:lpstr>
      <vt:lpstr>JavaScript tarixi</vt:lpstr>
      <vt:lpstr>JavaScript tarixi. EcmaScript</vt:lpstr>
      <vt:lpstr>JavaScript-ni nima ajoyib qiladi?</vt:lpstr>
      <vt:lpstr>JavaScript nima?</vt:lpstr>
      <vt:lpstr>JavaScript strukturasi.</vt:lpstr>
      <vt:lpstr>Browser Object Model</vt:lpstr>
      <vt:lpstr>Document Object Model</vt:lpstr>
      <vt:lpstr>EcmaScript</vt:lpstr>
      <vt:lpstr>JavaScript yoki EcmaScript ?</vt:lpstr>
      <vt:lpstr>ES6 yoki ES2015</vt:lpstr>
      <vt:lpstr>ES7 yoki ES2016 iyun.</vt:lpstr>
      <vt:lpstr>JavaScriptni sahifaga qo’shish.</vt:lpstr>
      <vt:lpstr>O'zgaruvchilar.</vt:lpstr>
      <vt:lpstr>O'zgaruvchilar.</vt:lpstr>
      <vt:lpstr>O'zgaruvchilar.</vt:lpstr>
      <vt:lpstr>Ma'lumotlar turlari</vt:lpstr>
      <vt:lpstr>String turidagi ma’lumotlar.</vt:lpstr>
      <vt:lpstr>string turdagi qiymat number ga teng emas</vt:lpstr>
      <vt:lpstr>Qiymatni ekranga chiqarish</vt:lpstr>
      <vt:lpstr>Konstantalar.</vt:lpstr>
      <vt:lpstr>Boolean ma’lumotlar turi.</vt:lpstr>
      <vt:lpstr>Uyga topshiriq.</vt:lpstr>
    </vt:vector>
  </TitlesOfParts>
  <Company>PJSC "New Engineering Technologies"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Markasian, Pavel (KIEVH)</dc:creator>
  <cp:lastModifiedBy>AI.Islamov</cp:lastModifiedBy>
  <cp:revision>134</cp:revision>
  <dcterms:created xsi:type="dcterms:W3CDTF">2016-11-18T14:12:19Z</dcterms:created>
  <dcterms:modified xsi:type="dcterms:W3CDTF">2022-01-24T08:23:00Z</dcterms:modified>
</cp:coreProperties>
</file>